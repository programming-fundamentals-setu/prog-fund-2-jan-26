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393" r:id="rId10"/>
    <p:sldId id="263" r:id="rId11"/>
    <p:sldId id="392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4"/>
  </p:normalViewPr>
  <p:slideViewPr>
    <p:cSldViewPr snapToGrid="0" snapToObjects="1">
      <p:cViewPr>
        <p:scale>
          <a:sx n="66" d="100"/>
          <a:sy n="66" d="100"/>
        </p:scale>
        <p:origin x="1056" y="5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9B117D-4E76-407B-B4DC-D8D49C9B536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34762F6-1A20-49B7-9017-A01681E4B3DE}">
      <dgm:prSet/>
      <dgm:spPr/>
      <dgm:t>
        <a:bodyPr/>
        <a:lstStyle/>
        <a:p>
          <a:r>
            <a:rPr lang="en-US"/>
            <a:t>Scanner is used to read user input</a:t>
          </a:r>
        </a:p>
      </dgm:t>
    </dgm:pt>
    <dgm:pt modelId="{CD7945F5-15B7-4EE5-850F-F30147D52C98}" type="parTrans" cxnId="{DAD7918D-2626-4D77-8F1F-CF66C98CE92E}">
      <dgm:prSet/>
      <dgm:spPr/>
      <dgm:t>
        <a:bodyPr/>
        <a:lstStyle/>
        <a:p>
          <a:endParaRPr lang="en-US"/>
        </a:p>
      </dgm:t>
    </dgm:pt>
    <dgm:pt modelId="{5E3943FF-DA66-49AE-A8AB-7D73796A258E}" type="sibTrans" cxnId="{DAD7918D-2626-4D77-8F1F-CF66C98CE92E}">
      <dgm:prSet/>
      <dgm:spPr/>
      <dgm:t>
        <a:bodyPr/>
        <a:lstStyle/>
        <a:p>
          <a:endParaRPr lang="en-US"/>
        </a:p>
      </dgm:t>
    </dgm:pt>
    <dgm:pt modelId="{8B3455A6-74C4-4B0C-B16B-D9A7E1E144E0}">
      <dgm:prSet/>
      <dgm:spPr/>
      <dgm:t>
        <a:bodyPr/>
        <a:lstStyle/>
        <a:p>
          <a:r>
            <a:rPr lang="en-US"/>
            <a:t>Example:</a:t>
          </a:r>
        </a:p>
      </dgm:t>
    </dgm:pt>
    <dgm:pt modelId="{97436FEC-D798-48FB-A18A-14359D95BEC0}" type="parTrans" cxnId="{0A46814C-D9F5-4F3E-BC06-8E73620C28A6}">
      <dgm:prSet/>
      <dgm:spPr/>
      <dgm:t>
        <a:bodyPr/>
        <a:lstStyle/>
        <a:p>
          <a:endParaRPr lang="en-US"/>
        </a:p>
      </dgm:t>
    </dgm:pt>
    <dgm:pt modelId="{8B422DB4-2805-4475-88F1-6D268FE51249}" type="sibTrans" cxnId="{0A46814C-D9F5-4F3E-BC06-8E73620C28A6}">
      <dgm:prSet/>
      <dgm:spPr/>
      <dgm:t>
        <a:bodyPr/>
        <a:lstStyle/>
        <a:p>
          <a:endParaRPr lang="en-US"/>
        </a:p>
      </dgm:t>
    </dgm:pt>
    <dgm:pt modelId="{A572BBCA-63A8-452C-9FC1-27C374E3FDB8}">
      <dgm:prSet/>
      <dgm:spPr/>
      <dgm:t>
        <a:bodyPr/>
        <a:lstStyle/>
        <a:p>
          <a:r>
            <a:rPr lang="en-US"/>
            <a:t>Scanner input = new Scanner(System.in);</a:t>
          </a:r>
        </a:p>
      </dgm:t>
    </dgm:pt>
    <dgm:pt modelId="{C1A065D8-1253-4823-BB47-281340833AC3}" type="parTrans" cxnId="{4E3D2493-2D04-4515-9E9F-8307EEAAE90F}">
      <dgm:prSet/>
      <dgm:spPr/>
      <dgm:t>
        <a:bodyPr/>
        <a:lstStyle/>
        <a:p>
          <a:endParaRPr lang="en-US"/>
        </a:p>
      </dgm:t>
    </dgm:pt>
    <dgm:pt modelId="{9B68C858-B9BE-47D2-BD44-2173EB369AC1}" type="sibTrans" cxnId="{4E3D2493-2D04-4515-9E9F-8307EEAAE90F}">
      <dgm:prSet/>
      <dgm:spPr/>
      <dgm:t>
        <a:bodyPr/>
        <a:lstStyle/>
        <a:p>
          <a:endParaRPr lang="en-US"/>
        </a:p>
      </dgm:t>
    </dgm:pt>
    <dgm:pt modelId="{EA01F510-5A16-43BF-8B07-6CCC3E6505D1}">
      <dgm:prSet/>
      <dgm:spPr/>
      <dgm:t>
        <a:bodyPr/>
        <a:lstStyle/>
        <a:p>
          <a:r>
            <a:rPr lang="en-US"/>
            <a:t>int age = input.nextInt();</a:t>
          </a:r>
        </a:p>
      </dgm:t>
    </dgm:pt>
    <dgm:pt modelId="{FC921EF4-981D-4804-9588-B884D79ABF10}" type="parTrans" cxnId="{1037FDBB-9B91-4D43-B9CF-77D00DD15501}">
      <dgm:prSet/>
      <dgm:spPr/>
      <dgm:t>
        <a:bodyPr/>
        <a:lstStyle/>
        <a:p>
          <a:endParaRPr lang="en-US"/>
        </a:p>
      </dgm:t>
    </dgm:pt>
    <dgm:pt modelId="{BC3B25C4-2EC3-41BE-8CC4-DF01977631AD}" type="sibTrans" cxnId="{1037FDBB-9B91-4D43-B9CF-77D00DD15501}">
      <dgm:prSet/>
      <dgm:spPr/>
      <dgm:t>
        <a:bodyPr/>
        <a:lstStyle/>
        <a:p>
          <a:endParaRPr lang="en-US"/>
        </a:p>
      </dgm:t>
    </dgm:pt>
    <dgm:pt modelId="{B0AEC79F-CB86-469E-80AB-A78355EB8027}">
      <dgm:prSet/>
      <dgm:spPr/>
      <dgm:t>
        <a:bodyPr/>
        <a:lstStyle/>
        <a:p>
          <a:r>
            <a:rPr lang="en-US" dirty="0"/>
            <a:t>Problem: Buffer issues and invalid input handling</a:t>
          </a:r>
        </a:p>
      </dgm:t>
    </dgm:pt>
    <dgm:pt modelId="{51A1095D-76FE-4AD5-AFA5-5CB7B6101759}" type="parTrans" cxnId="{F2A449F6-CCA7-4329-8D04-D25CB4DE2F72}">
      <dgm:prSet/>
      <dgm:spPr/>
      <dgm:t>
        <a:bodyPr/>
        <a:lstStyle/>
        <a:p>
          <a:endParaRPr lang="en-US"/>
        </a:p>
      </dgm:t>
    </dgm:pt>
    <dgm:pt modelId="{0D510B72-16B7-402E-B82C-040D5C70EA39}" type="sibTrans" cxnId="{F2A449F6-CCA7-4329-8D04-D25CB4DE2F72}">
      <dgm:prSet/>
      <dgm:spPr/>
      <dgm:t>
        <a:bodyPr/>
        <a:lstStyle/>
        <a:p>
          <a:endParaRPr lang="en-US"/>
        </a:p>
      </dgm:t>
    </dgm:pt>
    <dgm:pt modelId="{2455AA83-B630-4044-BE61-D246BB4E6515}" type="pres">
      <dgm:prSet presAssocID="{D69B117D-4E76-407B-B4DC-D8D49C9B5365}" presName="linear" presStyleCnt="0">
        <dgm:presLayoutVars>
          <dgm:animLvl val="lvl"/>
          <dgm:resizeHandles val="exact"/>
        </dgm:presLayoutVars>
      </dgm:prSet>
      <dgm:spPr/>
    </dgm:pt>
    <dgm:pt modelId="{CB3B8380-243E-4147-BDC3-540FA955DCA9}" type="pres">
      <dgm:prSet presAssocID="{E34762F6-1A20-49B7-9017-A01681E4B3D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1789BC0-6D7A-41EB-A0AF-AC861432669A}" type="pres">
      <dgm:prSet presAssocID="{E34762F6-1A20-49B7-9017-A01681E4B3DE}" presName="childText" presStyleLbl="revTx" presStyleIdx="0" presStyleCnt="1">
        <dgm:presLayoutVars>
          <dgm:bulletEnabled val="1"/>
        </dgm:presLayoutVars>
      </dgm:prSet>
      <dgm:spPr/>
    </dgm:pt>
    <dgm:pt modelId="{E8AA56E5-CB08-4BC1-A4BE-09573058C0DD}" type="pres">
      <dgm:prSet presAssocID="{B0AEC79F-CB86-469E-80AB-A78355EB8027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E90B404-0B80-461D-8532-50A38F98F0A7}" type="presOf" srcId="{A572BBCA-63A8-452C-9FC1-27C374E3FDB8}" destId="{01789BC0-6D7A-41EB-A0AF-AC861432669A}" srcOrd="0" destOrd="1" presId="urn:microsoft.com/office/officeart/2005/8/layout/vList2"/>
    <dgm:cxn modelId="{6ACBBA06-A572-4F42-B2E5-F5E5EB1384AA}" type="presOf" srcId="{E34762F6-1A20-49B7-9017-A01681E4B3DE}" destId="{CB3B8380-243E-4147-BDC3-540FA955DCA9}" srcOrd="0" destOrd="0" presId="urn:microsoft.com/office/officeart/2005/8/layout/vList2"/>
    <dgm:cxn modelId="{38A04A07-32C6-475D-AF1F-FB1C0D300417}" type="presOf" srcId="{B0AEC79F-CB86-469E-80AB-A78355EB8027}" destId="{E8AA56E5-CB08-4BC1-A4BE-09573058C0DD}" srcOrd="0" destOrd="0" presId="urn:microsoft.com/office/officeart/2005/8/layout/vList2"/>
    <dgm:cxn modelId="{55511409-761C-44C2-B89A-A5B4B38898EB}" type="presOf" srcId="{EA01F510-5A16-43BF-8B07-6CCC3E6505D1}" destId="{01789BC0-6D7A-41EB-A0AF-AC861432669A}" srcOrd="0" destOrd="2" presId="urn:microsoft.com/office/officeart/2005/8/layout/vList2"/>
    <dgm:cxn modelId="{0A46814C-D9F5-4F3E-BC06-8E73620C28A6}" srcId="{E34762F6-1A20-49B7-9017-A01681E4B3DE}" destId="{8B3455A6-74C4-4B0C-B16B-D9A7E1E144E0}" srcOrd="0" destOrd="0" parTransId="{97436FEC-D798-48FB-A18A-14359D95BEC0}" sibTransId="{8B422DB4-2805-4475-88F1-6D268FE51249}"/>
    <dgm:cxn modelId="{DAD7918D-2626-4D77-8F1F-CF66C98CE92E}" srcId="{D69B117D-4E76-407B-B4DC-D8D49C9B5365}" destId="{E34762F6-1A20-49B7-9017-A01681E4B3DE}" srcOrd="0" destOrd="0" parTransId="{CD7945F5-15B7-4EE5-850F-F30147D52C98}" sibTransId="{5E3943FF-DA66-49AE-A8AB-7D73796A258E}"/>
    <dgm:cxn modelId="{BC781392-CB86-4D9B-B167-C66B96C2C05B}" type="presOf" srcId="{D69B117D-4E76-407B-B4DC-D8D49C9B5365}" destId="{2455AA83-B630-4044-BE61-D246BB4E6515}" srcOrd="0" destOrd="0" presId="urn:microsoft.com/office/officeart/2005/8/layout/vList2"/>
    <dgm:cxn modelId="{4E3D2493-2D04-4515-9E9F-8307EEAAE90F}" srcId="{8B3455A6-74C4-4B0C-B16B-D9A7E1E144E0}" destId="{A572BBCA-63A8-452C-9FC1-27C374E3FDB8}" srcOrd="0" destOrd="0" parTransId="{C1A065D8-1253-4823-BB47-281340833AC3}" sibTransId="{9B68C858-B9BE-47D2-BD44-2173EB369AC1}"/>
    <dgm:cxn modelId="{1037FDBB-9B91-4D43-B9CF-77D00DD15501}" srcId="{8B3455A6-74C4-4B0C-B16B-D9A7E1E144E0}" destId="{EA01F510-5A16-43BF-8B07-6CCC3E6505D1}" srcOrd="1" destOrd="0" parTransId="{FC921EF4-981D-4804-9588-B884D79ABF10}" sibTransId="{BC3B25C4-2EC3-41BE-8CC4-DF01977631AD}"/>
    <dgm:cxn modelId="{B07289DE-EF8B-4F93-8369-3400A6722D97}" type="presOf" srcId="{8B3455A6-74C4-4B0C-B16B-D9A7E1E144E0}" destId="{01789BC0-6D7A-41EB-A0AF-AC861432669A}" srcOrd="0" destOrd="0" presId="urn:microsoft.com/office/officeart/2005/8/layout/vList2"/>
    <dgm:cxn modelId="{F2A449F6-CCA7-4329-8D04-D25CB4DE2F72}" srcId="{D69B117D-4E76-407B-B4DC-D8D49C9B5365}" destId="{B0AEC79F-CB86-469E-80AB-A78355EB8027}" srcOrd="1" destOrd="0" parTransId="{51A1095D-76FE-4AD5-AFA5-5CB7B6101759}" sibTransId="{0D510B72-16B7-402E-B82C-040D5C70EA39}"/>
    <dgm:cxn modelId="{742DB578-A9EF-47BC-A25C-607E2CB4B642}" type="presParOf" srcId="{2455AA83-B630-4044-BE61-D246BB4E6515}" destId="{CB3B8380-243E-4147-BDC3-540FA955DCA9}" srcOrd="0" destOrd="0" presId="urn:microsoft.com/office/officeart/2005/8/layout/vList2"/>
    <dgm:cxn modelId="{03F2DF30-3F4C-4C17-AF05-329C4F593B68}" type="presParOf" srcId="{2455AA83-B630-4044-BE61-D246BB4E6515}" destId="{01789BC0-6D7A-41EB-A0AF-AC861432669A}" srcOrd="1" destOrd="0" presId="urn:microsoft.com/office/officeart/2005/8/layout/vList2"/>
    <dgm:cxn modelId="{4CE2C3E5-B2EE-4731-8D3D-7A283CDC5018}" type="presParOf" srcId="{2455AA83-B630-4044-BE61-D246BB4E6515}" destId="{E8AA56E5-CB08-4BC1-A4BE-09573058C0D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668B23-EEB1-496A-B175-A82741B5F2B7}" type="doc">
      <dgm:prSet loTypeId="urn:microsoft.com/office/officeart/2005/8/layout/process4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4ED84B0-6EB3-4B88-A8EC-A502D145DDE2}">
      <dgm:prSet/>
      <dgm:spPr/>
      <dgm:t>
        <a:bodyPr/>
        <a:lstStyle/>
        <a:p>
          <a:r>
            <a:rPr lang="en-US" dirty="0"/>
            <a:t>Buffering issues when mixing </a:t>
          </a:r>
          <a:r>
            <a:rPr lang="en-US" dirty="0" err="1"/>
            <a:t>nextInt</a:t>
          </a:r>
          <a:r>
            <a:rPr lang="en-US" dirty="0"/>
            <a:t>() and </a:t>
          </a:r>
          <a:r>
            <a:rPr lang="en-US" dirty="0" err="1"/>
            <a:t>nextLine</a:t>
          </a:r>
          <a:r>
            <a:rPr lang="en-US" dirty="0"/>
            <a:t>()</a:t>
          </a:r>
        </a:p>
      </dgm:t>
    </dgm:pt>
    <dgm:pt modelId="{99E0CDFD-0D81-42F4-B18C-EA1B267CC1B0}" type="parTrans" cxnId="{DE99AB6A-AD2C-44B4-BD69-3502C0E2E39D}">
      <dgm:prSet/>
      <dgm:spPr/>
      <dgm:t>
        <a:bodyPr/>
        <a:lstStyle/>
        <a:p>
          <a:endParaRPr lang="en-US"/>
        </a:p>
      </dgm:t>
    </dgm:pt>
    <dgm:pt modelId="{AC1601B0-6429-4E4B-A637-E928395360AE}" type="sibTrans" cxnId="{DE99AB6A-AD2C-44B4-BD69-3502C0E2E39D}">
      <dgm:prSet/>
      <dgm:spPr/>
      <dgm:t>
        <a:bodyPr/>
        <a:lstStyle/>
        <a:p>
          <a:endParaRPr lang="en-US"/>
        </a:p>
      </dgm:t>
    </dgm:pt>
    <dgm:pt modelId="{3F41AC1A-3A30-415C-9266-CC469EEE53B0}">
      <dgm:prSet/>
      <dgm:spPr/>
      <dgm:t>
        <a:bodyPr/>
        <a:lstStyle/>
        <a:p>
          <a:r>
            <a:rPr lang="en-US"/>
            <a:t>No built-in input validation</a:t>
          </a:r>
        </a:p>
      </dgm:t>
    </dgm:pt>
    <dgm:pt modelId="{EDB45E03-32D9-493D-9183-6F1CE651F93E}" type="parTrans" cxnId="{414DF2C7-CB79-427D-8A82-07FA7F83EF28}">
      <dgm:prSet/>
      <dgm:spPr/>
      <dgm:t>
        <a:bodyPr/>
        <a:lstStyle/>
        <a:p>
          <a:endParaRPr lang="en-US"/>
        </a:p>
      </dgm:t>
    </dgm:pt>
    <dgm:pt modelId="{172A7BE2-F990-46B1-B7EA-322C88819C2D}" type="sibTrans" cxnId="{414DF2C7-CB79-427D-8A82-07FA7F83EF28}">
      <dgm:prSet/>
      <dgm:spPr/>
      <dgm:t>
        <a:bodyPr/>
        <a:lstStyle/>
        <a:p>
          <a:endParaRPr lang="en-US"/>
        </a:p>
      </dgm:t>
    </dgm:pt>
    <dgm:pt modelId="{CA7232DF-4CCD-44E9-936C-91B6C4FD328A}">
      <dgm:prSet/>
      <dgm:spPr/>
      <dgm:t>
        <a:bodyPr/>
        <a:lstStyle/>
        <a:p>
          <a:r>
            <a:rPr lang="en-US"/>
            <a:t>Repetitive error-handling code in multiple places</a:t>
          </a:r>
        </a:p>
      </dgm:t>
    </dgm:pt>
    <dgm:pt modelId="{E469BAE2-8F6D-4E21-991D-49B42C7E752D}" type="parTrans" cxnId="{09C9799D-713F-4822-97FA-3F8223A2AD51}">
      <dgm:prSet/>
      <dgm:spPr/>
      <dgm:t>
        <a:bodyPr/>
        <a:lstStyle/>
        <a:p>
          <a:endParaRPr lang="en-US"/>
        </a:p>
      </dgm:t>
    </dgm:pt>
    <dgm:pt modelId="{80C20E99-1DC4-419B-914B-0C8C9959949F}" type="sibTrans" cxnId="{09C9799D-713F-4822-97FA-3F8223A2AD51}">
      <dgm:prSet/>
      <dgm:spPr/>
      <dgm:t>
        <a:bodyPr/>
        <a:lstStyle/>
        <a:p>
          <a:endParaRPr lang="en-US"/>
        </a:p>
      </dgm:t>
    </dgm:pt>
    <dgm:pt modelId="{D019FE06-D01C-4A58-9E63-8323167CF9C7}" type="pres">
      <dgm:prSet presAssocID="{68668B23-EEB1-496A-B175-A82741B5F2B7}" presName="Name0" presStyleCnt="0">
        <dgm:presLayoutVars>
          <dgm:dir/>
          <dgm:animLvl val="lvl"/>
          <dgm:resizeHandles val="exact"/>
        </dgm:presLayoutVars>
      </dgm:prSet>
      <dgm:spPr/>
    </dgm:pt>
    <dgm:pt modelId="{12B8407E-C822-49C3-AB82-7F400E36324E}" type="pres">
      <dgm:prSet presAssocID="{CA7232DF-4CCD-44E9-936C-91B6C4FD328A}" presName="boxAndChildren" presStyleCnt="0"/>
      <dgm:spPr/>
    </dgm:pt>
    <dgm:pt modelId="{CA321F6B-F688-4B20-97DA-5FA3F3373366}" type="pres">
      <dgm:prSet presAssocID="{CA7232DF-4CCD-44E9-936C-91B6C4FD328A}" presName="parentTextBox" presStyleLbl="node1" presStyleIdx="0" presStyleCnt="3"/>
      <dgm:spPr/>
    </dgm:pt>
    <dgm:pt modelId="{6C28790A-64E9-44C9-A0DD-9DDF416A8FB8}" type="pres">
      <dgm:prSet presAssocID="{172A7BE2-F990-46B1-B7EA-322C88819C2D}" presName="sp" presStyleCnt="0"/>
      <dgm:spPr/>
    </dgm:pt>
    <dgm:pt modelId="{2395A861-38AD-427F-A663-B8F5795D24B6}" type="pres">
      <dgm:prSet presAssocID="{3F41AC1A-3A30-415C-9266-CC469EEE53B0}" presName="arrowAndChildren" presStyleCnt="0"/>
      <dgm:spPr/>
    </dgm:pt>
    <dgm:pt modelId="{0E9CF77F-3E48-42CB-83F0-D830E8569DB3}" type="pres">
      <dgm:prSet presAssocID="{3F41AC1A-3A30-415C-9266-CC469EEE53B0}" presName="parentTextArrow" presStyleLbl="node1" presStyleIdx="1" presStyleCnt="3"/>
      <dgm:spPr/>
    </dgm:pt>
    <dgm:pt modelId="{BE377FA9-6EF0-4FB6-BADA-8FEB40814D2C}" type="pres">
      <dgm:prSet presAssocID="{AC1601B0-6429-4E4B-A637-E928395360AE}" presName="sp" presStyleCnt="0"/>
      <dgm:spPr/>
    </dgm:pt>
    <dgm:pt modelId="{C274F552-2FB1-4820-97AE-AAE04C7CE9A5}" type="pres">
      <dgm:prSet presAssocID="{94ED84B0-6EB3-4B88-A8EC-A502D145DDE2}" presName="arrowAndChildren" presStyleCnt="0"/>
      <dgm:spPr/>
    </dgm:pt>
    <dgm:pt modelId="{DCE2BDF9-93D0-462F-8CB4-2BF13283F1B5}" type="pres">
      <dgm:prSet presAssocID="{94ED84B0-6EB3-4B88-A8EC-A502D145DDE2}" presName="parentTextArrow" presStyleLbl="node1" presStyleIdx="2" presStyleCnt="3"/>
      <dgm:spPr/>
    </dgm:pt>
  </dgm:ptLst>
  <dgm:cxnLst>
    <dgm:cxn modelId="{DE99AB6A-AD2C-44B4-BD69-3502C0E2E39D}" srcId="{68668B23-EEB1-496A-B175-A82741B5F2B7}" destId="{94ED84B0-6EB3-4B88-A8EC-A502D145DDE2}" srcOrd="0" destOrd="0" parTransId="{99E0CDFD-0D81-42F4-B18C-EA1B267CC1B0}" sibTransId="{AC1601B0-6429-4E4B-A637-E928395360AE}"/>
    <dgm:cxn modelId="{8674FB4B-7096-4D82-B87A-66CE41EE2340}" type="presOf" srcId="{68668B23-EEB1-496A-B175-A82741B5F2B7}" destId="{D019FE06-D01C-4A58-9E63-8323167CF9C7}" srcOrd="0" destOrd="0" presId="urn:microsoft.com/office/officeart/2005/8/layout/process4"/>
    <dgm:cxn modelId="{BBC0C87B-38E8-453D-9523-12D1381F1DF6}" type="presOf" srcId="{CA7232DF-4CCD-44E9-936C-91B6C4FD328A}" destId="{CA321F6B-F688-4B20-97DA-5FA3F3373366}" srcOrd="0" destOrd="0" presId="urn:microsoft.com/office/officeart/2005/8/layout/process4"/>
    <dgm:cxn modelId="{09C9799D-713F-4822-97FA-3F8223A2AD51}" srcId="{68668B23-EEB1-496A-B175-A82741B5F2B7}" destId="{CA7232DF-4CCD-44E9-936C-91B6C4FD328A}" srcOrd="2" destOrd="0" parTransId="{E469BAE2-8F6D-4E21-991D-49B42C7E752D}" sibTransId="{80C20E99-1DC4-419B-914B-0C8C9959949F}"/>
    <dgm:cxn modelId="{85374BA9-6D76-49A5-A44A-D4E2C5DB664C}" type="presOf" srcId="{3F41AC1A-3A30-415C-9266-CC469EEE53B0}" destId="{0E9CF77F-3E48-42CB-83F0-D830E8569DB3}" srcOrd="0" destOrd="0" presId="urn:microsoft.com/office/officeart/2005/8/layout/process4"/>
    <dgm:cxn modelId="{9D356BC3-C801-4676-9180-DCBE895E2450}" type="presOf" srcId="{94ED84B0-6EB3-4B88-A8EC-A502D145DDE2}" destId="{DCE2BDF9-93D0-462F-8CB4-2BF13283F1B5}" srcOrd="0" destOrd="0" presId="urn:microsoft.com/office/officeart/2005/8/layout/process4"/>
    <dgm:cxn modelId="{414DF2C7-CB79-427D-8A82-07FA7F83EF28}" srcId="{68668B23-EEB1-496A-B175-A82741B5F2B7}" destId="{3F41AC1A-3A30-415C-9266-CC469EEE53B0}" srcOrd="1" destOrd="0" parTransId="{EDB45E03-32D9-493D-9183-6F1CE651F93E}" sibTransId="{172A7BE2-F990-46B1-B7EA-322C88819C2D}"/>
    <dgm:cxn modelId="{3BEC2F03-B2B6-4194-9F72-6EB8C3654933}" type="presParOf" srcId="{D019FE06-D01C-4A58-9E63-8323167CF9C7}" destId="{12B8407E-C822-49C3-AB82-7F400E36324E}" srcOrd="0" destOrd="0" presId="urn:microsoft.com/office/officeart/2005/8/layout/process4"/>
    <dgm:cxn modelId="{B94459FF-24A5-4B3E-9746-3379C4BA1970}" type="presParOf" srcId="{12B8407E-C822-49C3-AB82-7F400E36324E}" destId="{CA321F6B-F688-4B20-97DA-5FA3F3373366}" srcOrd="0" destOrd="0" presId="urn:microsoft.com/office/officeart/2005/8/layout/process4"/>
    <dgm:cxn modelId="{AF526853-F3E0-40CF-BC1D-0C360D32CE4D}" type="presParOf" srcId="{D019FE06-D01C-4A58-9E63-8323167CF9C7}" destId="{6C28790A-64E9-44C9-A0DD-9DDF416A8FB8}" srcOrd="1" destOrd="0" presId="urn:microsoft.com/office/officeart/2005/8/layout/process4"/>
    <dgm:cxn modelId="{894CCBFF-52CE-47B2-824D-4AE17A724DE4}" type="presParOf" srcId="{D019FE06-D01C-4A58-9E63-8323167CF9C7}" destId="{2395A861-38AD-427F-A663-B8F5795D24B6}" srcOrd="2" destOrd="0" presId="urn:microsoft.com/office/officeart/2005/8/layout/process4"/>
    <dgm:cxn modelId="{05D54CBA-E81B-459C-AA94-35D8D539DB9A}" type="presParOf" srcId="{2395A861-38AD-427F-A663-B8F5795D24B6}" destId="{0E9CF77F-3E48-42CB-83F0-D830E8569DB3}" srcOrd="0" destOrd="0" presId="urn:microsoft.com/office/officeart/2005/8/layout/process4"/>
    <dgm:cxn modelId="{5A127526-022C-47FC-8461-718608B0211B}" type="presParOf" srcId="{D019FE06-D01C-4A58-9E63-8323167CF9C7}" destId="{BE377FA9-6EF0-4FB6-BADA-8FEB40814D2C}" srcOrd="3" destOrd="0" presId="urn:microsoft.com/office/officeart/2005/8/layout/process4"/>
    <dgm:cxn modelId="{2E035DF3-606A-45E6-A1EC-60FCF53E2343}" type="presParOf" srcId="{D019FE06-D01C-4A58-9E63-8323167CF9C7}" destId="{C274F552-2FB1-4820-97AE-AAE04C7CE9A5}" srcOrd="4" destOrd="0" presId="urn:microsoft.com/office/officeart/2005/8/layout/process4"/>
    <dgm:cxn modelId="{01E362C6-BC2C-461E-81A0-22407820F9D4}" type="presParOf" srcId="{C274F552-2FB1-4820-97AE-AAE04C7CE9A5}" destId="{DCE2BDF9-93D0-462F-8CB4-2BF13283F1B5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0E66EAF-CF06-44C3-BA71-D4441A6D88C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0E56252-1FCF-4A17-A733-5E8B371F1EF0}">
      <dgm:prSet/>
      <dgm:spPr/>
      <dgm:t>
        <a:bodyPr/>
        <a:lstStyle/>
        <a:p>
          <a:pPr>
            <a:defRPr cap="all"/>
          </a:pPr>
          <a:r>
            <a:rPr lang="en-US"/>
            <a:t>Encapsulates input logic</a:t>
          </a:r>
        </a:p>
      </dgm:t>
    </dgm:pt>
    <dgm:pt modelId="{D28947D4-5A2C-4406-90A3-7907493C82E5}" type="parTrans" cxnId="{63A8D839-7201-4878-83D1-66518C9D02D6}">
      <dgm:prSet/>
      <dgm:spPr/>
      <dgm:t>
        <a:bodyPr/>
        <a:lstStyle/>
        <a:p>
          <a:endParaRPr lang="en-US"/>
        </a:p>
      </dgm:t>
    </dgm:pt>
    <dgm:pt modelId="{82A4AB39-2D7D-45ED-BCC2-0EE7A9FAC4B0}" type="sibTrans" cxnId="{63A8D839-7201-4878-83D1-66518C9D02D6}">
      <dgm:prSet/>
      <dgm:spPr/>
      <dgm:t>
        <a:bodyPr/>
        <a:lstStyle/>
        <a:p>
          <a:endParaRPr lang="en-US"/>
        </a:p>
      </dgm:t>
    </dgm:pt>
    <dgm:pt modelId="{555B48EB-E097-47F4-B20B-777A2349AF45}">
      <dgm:prSet/>
      <dgm:spPr/>
      <dgm:t>
        <a:bodyPr/>
        <a:lstStyle/>
        <a:p>
          <a:pPr>
            <a:defRPr cap="all"/>
          </a:pPr>
          <a:r>
            <a:rPr lang="en-US"/>
            <a:t>Ensures valid data types</a:t>
          </a:r>
        </a:p>
      </dgm:t>
    </dgm:pt>
    <dgm:pt modelId="{80595447-AF98-4E75-881C-0403AA7D1D0F}" type="parTrans" cxnId="{02CC99F5-50FF-4754-8ABC-0BBD6CB6F41B}">
      <dgm:prSet/>
      <dgm:spPr/>
      <dgm:t>
        <a:bodyPr/>
        <a:lstStyle/>
        <a:p>
          <a:endParaRPr lang="en-US"/>
        </a:p>
      </dgm:t>
    </dgm:pt>
    <dgm:pt modelId="{9CEC7754-98DB-4B13-B454-C3C0E1A60B38}" type="sibTrans" cxnId="{02CC99F5-50FF-4754-8ABC-0BBD6CB6F41B}">
      <dgm:prSet/>
      <dgm:spPr/>
      <dgm:t>
        <a:bodyPr/>
        <a:lstStyle/>
        <a:p>
          <a:endParaRPr lang="en-US"/>
        </a:p>
      </dgm:t>
    </dgm:pt>
    <dgm:pt modelId="{63EBD957-7D58-48D8-98D7-669404CFFFDD}">
      <dgm:prSet/>
      <dgm:spPr/>
      <dgm:t>
        <a:bodyPr/>
        <a:lstStyle/>
        <a:p>
          <a:pPr>
            <a:defRPr cap="all"/>
          </a:pPr>
          <a:r>
            <a:rPr lang="en-US"/>
            <a:t>Eliminates Scanner buffer issues</a:t>
          </a:r>
        </a:p>
      </dgm:t>
    </dgm:pt>
    <dgm:pt modelId="{44EDE146-F5C9-483F-AD72-4E3B8345E926}" type="parTrans" cxnId="{2B05F61D-30A4-453F-BBED-8AF837298FE8}">
      <dgm:prSet/>
      <dgm:spPr/>
      <dgm:t>
        <a:bodyPr/>
        <a:lstStyle/>
        <a:p>
          <a:endParaRPr lang="en-US"/>
        </a:p>
      </dgm:t>
    </dgm:pt>
    <dgm:pt modelId="{55F86DCE-D545-410E-92EC-DE9E010BF26D}" type="sibTrans" cxnId="{2B05F61D-30A4-453F-BBED-8AF837298FE8}">
      <dgm:prSet/>
      <dgm:spPr/>
      <dgm:t>
        <a:bodyPr/>
        <a:lstStyle/>
        <a:p>
          <a:endParaRPr lang="en-US"/>
        </a:p>
      </dgm:t>
    </dgm:pt>
    <dgm:pt modelId="{C50B80F6-FB8B-4ED3-B33D-88C5C3660F52}">
      <dgm:prSet/>
      <dgm:spPr/>
      <dgm:t>
        <a:bodyPr/>
        <a:lstStyle/>
        <a:p>
          <a:pPr>
            <a:defRPr cap="all"/>
          </a:pPr>
          <a:r>
            <a:rPr lang="en-US"/>
            <a:t>Provides a reusable interface</a:t>
          </a:r>
        </a:p>
      </dgm:t>
    </dgm:pt>
    <dgm:pt modelId="{BDE23191-8F3A-4B40-95AC-EDB714A6D27A}" type="parTrans" cxnId="{D6FE5CB6-55BB-4341-AE81-52B2160624E4}">
      <dgm:prSet/>
      <dgm:spPr/>
      <dgm:t>
        <a:bodyPr/>
        <a:lstStyle/>
        <a:p>
          <a:endParaRPr lang="en-US"/>
        </a:p>
      </dgm:t>
    </dgm:pt>
    <dgm:pt modelId="{49E5A1F8-47FF-4194-9ED3-8A7CD548A084}" type="sibTrans" cxnId="{D6FE5CB6-55BB-4341-AE81-52B2160624E4}">
      <dgm:prSet/>
      <dgm:spPr/>
      <dgm:t>
        <a:bodyPr/>
        <a:lstStyle/>
        <a:p>
          <a:endParaRPr lang="en-US"/>
        </a:p>
      </dgm:t>
    </dgm:pt>
    <dgm:pt modelId="{79BA4FA7-71E3-40A7-BE15-A639CAF8BCCC}" type="pres">
      <dgm:prSet presAssocID="{C0E66EAF-CF06-44C3-BA71-D4441A6D88C2}" presName="root" presStyleCnt="0">
        <dgm:presLayoutVars>
          <dgm:dir/>
          <dgm:resizeHandles val="exact"/>
        </dgm:presLayoutVars>
      </dgm:prSet>
      <dgm:spPr/>
    </dgm:pt>
    <dgm:pt modelId="{8E89DC87-A052-4764-9A97-6E88A81584A6}" type="pres">
      <dgm:prSet presAssocID="{00E56252-1FCF-4A17-A733-5E8B371F1EF0}" presName="compNode" presStyleCnt="0"/>
      <dgm:spPr/>
    </dgm:pt>
    <dgm:pt modelId="{53D22920-97DC-4E50-B2F7-9C09D48B4ADD}" type="pres">
      <dgm:prSet presAssocID="{00E56252-1FCF-4A17-A733-5E8B371F1EF0}" presName="iconBgRect" presStyleLbl="bgShp" presStyleIdx="0" presStyleCnt="4"/>
      <dgm:spPr/>
    </dgm:pt>
    <dgm:pt modelId="{5816297D-71D1-40E2-A950-5DA8B8338545}" type="pres">
      <dgm:prSet presAssocID="{00E56252-1FCF-4A17-A733-5E8B371F1EF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81980BE6-44E2-4398-96A1-F55C3C932A0F}" type="pres">
      <dgm:prSet presAssocID="{00E56252-1FCF-4A17-A733-5E8B371F1EF0}" presName="spaceRect" presStyleCnt="0"/>
      <dgm:spPr/>
    </dgm:pt>
    <dgm:pt modelId="{79B05AAA-6503-4591-A844-9A409E6BFB4C}" type="pres">
      <dgm:prSet presAssocID="{00E56252-1FCF-4A17-A733-5E8B371F1EF0}" presName="textRect" presStyleLbl="revTx" presStyleIdx="0" presStyleCnt="4">
        <dgm:presLayoutVars>
          <dgm:chMax val="1"/>
          <dgm:chPref val="1"/>
        </dgm:presLayoutVars>
      </dgm:prSet>
      <dgm:spPr/>
    </dgm:pt>
    <dgm:pt modelId="{526740B1-A5E3-4895-B163-287F98AD5E7B}" type="pres">
      <dgm:prSet presAssocID="{82A4AB39-2D7D-45ED-BCC2-0EE7A9FAC4B0}" presName="sibTrans" presStyleCnt="0"/>
      <dgm:spPr/>
    </dgm:pt>
    <dgm:pt modelId="{2DC7E186-F7B5-4C32-A27F-75D2E456A0D1}" type="pres">
      <dgm:prSet presAssocID="{555B48EB-E097-47F4-B20B-777A2349AF45}" presName="compNode" presStyleCnt="0"/>
      <dgm:spPr/>
    </dgm:pt>
    <dgm:pt modelId="{9F30C6BB-7930-484D-88AE-AEA2DBD4B61A}" type="pres">
      <dgm:prSet presAssocID="{555B48EB-E097-47F4-B20B-777A2349AF45}" presName="iconBgRect" presStyleLbl="bgShp" presStyleIdx="1" presStyleCnt="4"/>
      <dgm:spPr/>
    </dgm:pt>
    <dgm:pt modelId="{E09D7197-194D-40DA-8549-0CA87E6027E8}" type="pres">
      <dgm:prSet presAssocID="{555B48EB-E097-47F4-B20B-777A2349AF4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23E036E-5E6B-479A-9485-9CD04E750E68}" type="pres">
      <dgm:prSet presAssocID="{555B48EB-E097-47F4-B20B-777A2349AF45}" presName="spaceRect" presStyleCnt="0"/>
      <dgm:spPr/>
    </dgm:pt>
    <dgm:pt modelId="{35B56231-A0CF-443E-A62F-47B449EC3248}" type="pres">
      <dgm:prSet presAssocID="{555B48EB-E097-47F4-B20B-777A2349AF45}" presName="textRect" presStyleLbl="revTx" presStyleIdx="1" presStyleCnt="4">
        <dgm:presLayoutVars>
          <dgm:chMax val="1"/>
          <dgm:chPref val="1"/>
        </dgm:presLayoutVars>
      </dgm:prSet>
      <dgm:spPr/>
    </dgm:pt>
    <dgm:pt modelId="{220603CE-39F3-4066-8B5E-6F853281B84C}" type="pres">
      <dgm:prSet presAssocID="{9CEC7754-98DB-4B13-B454-C3C0E1A60B38}" presName="sibTrans" presStyleCnt="0"/>
      <dgm:spPr/>
    </dgm:pt>
    <dgm:pt modelId="{E17ECD46-9AEB-49F4-B168-F9FA928FB556}" type="pres">
      <dgm:prSet presAssocID="{63EBD957-7D58-48D8-98D7-669404CFFFDD}" presName="compNode" presStyleCnt="0"/>
      <dgm:spPr/>
    </dgm:pt>
    <dgm:pt modelId="{D9F0740B-5710-4F15-A467-B41D74A77DE6}" type="pres">
      <dgm:prSet presAssocID="{63EBD957-7D58-48D8-98D7-669404CFFFDD}" presName="iconBgRect" presStyleLbl="bgShp" presStyleIdx="2" presStyleCnt="4"/>
      <dgm:spPr/>
    </dgm:pt>
    <dgm:pt modelId="{F546B66F-746D-42E4-ACFA-DB7E420D26CF}" type="pres">
      <dgm:prSet presAssocID="{63EBD957-7D58-48D8-98D7-669404CFFFD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inter"/>
        </a:ext>
      </dgm:extLst>
    </dgm:pt>
    <dgm:pt modelId="{29386741-63E1-466E-A850-BEF36425BE1D}" type="pres">
      <dgm:prSet presAssocID="{63EBD957-7D58-48D8-98D7-669404CFFFDD}" presName="spaceRect" presStyleCnt="0"/>
      <dgm:spPr/>
    </dgm:pt>
    <dgm:pt modelId="{0FA95CAC-E772-44E5-9383-48AEBFAC1054}" type="pres">
      <dgm:prSet presAssocID="{63EBD957-7D58-48D8-98D7-669404CFFFDD}" presName="textRect" presStyleLbl="revTx" presStyleIdx="2" presStyleCnt="4">
        <dgm:presLayoutVars>
          <dgm:chMax val="1"/>
          <dgm:chPref val="1"/>
        </dgm:presLayoutVars>
      </dgm:prSet>
      <dgm:spPr/>
    </dgm:pt>
    <dgm:pt modelId="{AEBD953A-1CE4-447B-AD77-159E6B5AA86E}" type="pres">
      <dgm:prSet presAssocID="{55F86DCE-D545-410E-92EC-DE9E010BF26D}" presName="sibTrans" presStyleCnt="0"/>
      <dgm:spPr/>
    </dgm:pt>
    <dgm:pt modelId="{FF0FDBD2-9F99-4C1F-BDFB-E345A2A911C4}" type="pres">
      <dgm:prSet presAssocID="{C50B80F6-FB8B-4ED3-B33D-88C5C3660F52}" presName="compNode" presStyleCnt="0"/>
      <dgm:spPr/>
    </dgm:pt>
    <dgm:pt modelId="{6DCCE5A8-17EB-44E0-8C4A-63824689999C}" type="pres">
      <dgm:prSet presAssocID="{C50B80F6-FB8B-4ED3-B33D-88C5C3660F52}" presName="iconBgRect" presStyleLbl="bgShp" presStyleIdx="3" presStyleCnt="4"/>
      <dgm:spPr/>
    </dgm:pt>
    <dgm:pt modelId="{77C7B381-FD10-4301-8A10-AD71867E67C3}" type="pres">
      <dgm:prSet presAssocID="{C50B80F6-FB8B-4ED3-B33D-88C5C3660F5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2211BFC3-317E-4F22-9907-250E92A14934}" type="pres">
      <dgm:prSet presAssocID="{C50B80F6-FB8B-4ED3-B33D-88C5C3660F52}" presName="spaceRect" presStyleCnt="0"/>
      <dgm:spPr/>
    </dgm:pt>
    <dgm:pt modelId="{5C4893B6-B6FC-4C35-A7CF-43595BD87094}" type="pres">
      <dgm:prSet presAssocID="{C50B80F6-FB8B-4ED3-B33D-88C5C3660F5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B05F61D-30A4-453F-BBED-8AF837298FE8}" srcId="{C0E66EAF-CF06-44C3-BA71-D4441A6D88C2}" destId="{63EBD957-7D58-48D8-98D7-669404CFFFDD}" srcOrd="2" destOrd="0" parTransId="{44EDE146-F5C9-483F-AD72-4E3B8345E926}" sibTransId="{55F86DCE-D545-410E-92EC-DE9E010BF26D}"/>
    <dgm:cxn modelId="{63A8D839-7201-4878-83D1-66518C9D02D6}" srcId="{C0E66EAF-CF06-44C3-BA71-D4441A6D88C2}" destId="{00E56252-1FCF-4A17-A733-5E8B371F1EF0}" srcOrd="0" destOrd="0" parTransId="{D28947D4-5A2C-4406-90A3-7907493C82E5}" sibTransId="{82A4AB39-2D7D-45ED-BCC2-0EE7A9FAC4B0}"/>
    <dgm:cxn modelId="{5D76B579-2E7A-4636-A7EE-CE113DBB9732}" type="presOf" srcId="{555B48EB-E097-47F4-B20B-777A2349AF45}" destId="{35B56231-A0CF-443E-A62F-47B449EC3248}" srcOrd="0" destOrd="0" presId="urn:microsoft.com/office/officeart/2018/5/layout/IconCircleLabelList"/>
    <dgm:cxn modelId="{54571A86-1A9F-475D-9B18-F99124C14CC5}" type="presOf" srcId="{63EBD957-7D58-48D8-98D7-669404CFFFDD}" destId="{0FA95CAC-E772-44E5-9383-48AEBFAC1054}" srcOrd="0" destOrd="0" presId="urn:microsoft.com/office/officeart/2018/5/layout/IconCircleLabelList"/>
    <dgm:cxn modelId="{E100AA90-3CC9-4313-A6E2-58132BE13B86}" type="presOf" srcId="{00E56252-1FCF-4A17-A733-5E8B371F1EF0}" destId="{79B05AAA-6503-4591-A844-9A409E6BFB4C}" srcOrd="0" destOrd="0" presId="urn:microsoft.com/office/officeart/2018/5/layout/IconCircleLabelList"/>
    <dgm:cxn modelId="{D6FE5CB6-55BB-4341-AE81-52B2160624E4}" srcId="{C0E66EAF-CF06-44C3-BA71-D4441A6D88C2}" destId="{C50B80F6-FB8B-4ED3-B33D-88C5C3660F52}" srcOrd="3" destOrd="0" parTransId="{BDE23191-8F3A-4B40-95AC-EDB714A6D27A}" sibTransId="{49E5A1F8-47FF-4194-9ED3-8A7CD548A084}"/>
    <dgm:cxn modelId="{2F66C6B7-61A0-44AE-9F66-6F95E9F6F559}" type="presOf" srcId="{C0E66EAF-CF06-44C3-BA71-D4441A6D88C2}" destId="{79BA4FA7-71E3-40A7-BE15-A639CAF8BCCC}" srcOrd="0" destOrd="0" presId="urn:microsoft.com/office/officeart/2018/5/layout/IconCircleLabelList"/>
    <dgm:cxn modelId="{098D32F3-9478-42A7-8D1D-BA73EFC244C7}" type="presOf" srcId="{C50B80F6-FB8B-4ED3-B33D-88C5C3660F52}" destId="{5C4893B6-B6FC-4C35-A7CF-43595BD87094}" srcOrd="0" destOrd="0" presId="urn:microsoft.com/office/officeart/2018/5/layout/IconCircleLabelList"/>
    <dgm:cxn modelId="{02CC99F5-50FF-4754-8ABC-0BBD6CB6F41B}" srcId="{C0E66EAF-CF06-44C3-BA71-D4441A6D88C2}" destId="{555B48EB-E097-47F4-B20B-777A2349AF45}" srcOrd="1" destOrd="0" parTransId="{80595447-AF98-4E75-881C-0403AA7D1D0F}" sibTransId="{9CEC7754-98DB-4B13-B454-C3C0E1A60B38}"/>
    <dgm:cxn modelId="{FDF768D3-0DA0-40BE-B214-2153BC317E86}" type="presParOf" srcId="{79BA4FA7-71E3-40A7-BE15-A639CAF8BCCC}" destId="{8E89DC87-A052-4764-9A97-6E88A81584A6}" srcOrd="0" destOrd="0" presId="urn:microsoft.com/office/officeart/2018/5/layout/IconCircleLabelList"/>
    <dgm:cxn modelId="{3AE92DE9-F8F4-4972-B5CD-ECEEB03E55DF}" type="presParOf" srcId="{8E89DC87-A052-4764-9A97-6E88A81584A6}" destId="{53D22920-97DC-4E50-B2F7-9C09D48B4ADD}" srcOrd="0" destOrd="0" presId="urn:microsoft.com/office/officeart/2018/5/layout/IconCircleLabelList"/>
    <dgm:cxn modelId="{41CCA5F0-0198-4AAF-910F-26F6A6357CDC}" type="presParOf" srcId="{8E89DC87-A052-4764-9A97-6E88A81584A6}" destId="{5816297D-71D1-40E2-A950-5DA8B8338545}" srcOrd="1" destOrd="0" presId="urn:microsoft.com/office/officeart/2018/5/layout/IconCircleLabelList"/>
    <dgm:cxn modelId="{0572AE56-829D-4778-A4EB-7375E028FDAC}" type="presParOf" srcId="{8E89DC87-A052-4764-9A97-6E88A81584A6}" destId="{81980BE6-44E2-4398-96A1-F55C3C932A0F}" srcOrd="2" destOrd="0" presId="urn:microsoft.com/office/officeart/2018/5/layout/IconCircleLabelList"/>
    <dgm:cxn modelId="{DC2629D4-E24E-4927-91C1-C1EB17D9672F}" type="presParOf" srcId="{8E89DC87-A052-4764-9A97-6E88A81584A6}" destId="{79B05AAA-6503-4591-A844-9A409E6BFB4C}" srcOrd="3" destOrd="0" presId="urn:microsoft.com/office/officeart/2018/5/layout/IconCircleLabelList"/>
    <dgm:cxn modelId="{84A02AC2-3CD5-45DD-B6C6-345ABB915221}" type="presParOf" srcId="{79BA4FA7-71E3-40A7-BE15-A639CAF8BCCC}" destId="{526740B1-A5E3-4895-B163-287F98AD5E7B}" srcOrd="1" destOrd="0" presId="urn:microsoft.com/office/officeart/2018/5/layout/IconCircleLabelList"/>
    <dgm:cxn modelId="{FC06DED0-C716-4513-9329-4563CF2F2A0C}" type="presParOf" srcId="{79BA4FA7-71E3-40A7-BE15-A639CAF8BCCC}" destId="{2DC7E186-F7B5-4C32-A27F-75D2E456A0D1}" srcOrd="2" destOrd="0" presId="urn:microsoft.com/office/officeart/2018/5/layout/IconCircleLabelList"/>
    <dgm:cxn modelId="{CB270B53-B5CA-4219-B614-7055F5A31D17}" type="presParOf" srcId="{2DC7E186-F7B5-4C32-A27F-75D2E456A0D1}" destId="{9F30C6BB-7930-484D-88AE-AEA2DBD4B61A}" srcOrd="0" destOrd="0" presId="urn:microsoft.com/office/officeart/2018/5/layout/IconCircleLabelList"/>
    <dgm:cxn modelId="{98D049A9-61E6-44D5-A81E-BC8649B3E72F}" type="presParOf" srcId="{2DC7E186-F7B5-4C32-A27F-75D2E456A0D1}" destId="{E09D7197-194D-40DA-8549-0CA87E6027E8}" srcOrd="1" destOrd="0" presId="urn:microsoft.com/office/officeart/2018/5/layout/IconCircleLabelList"/>
    <dgm:cxn modelId="{3BD75D2C-7BFD-478C-96A0-881C437BDB47}" type="presParOf" srcId="{2DC7E186-F7B5-4C32-A27F-75D2E456A0D1}" destId="{523E036E-5E6B-479A-9485-9CD04E750E68}" srcOrd="2" destOrd="0" presId="urn:microsoft.com/office/officeart/2018/5/layout/IconCircleLabelList"/>
    <dgm:cxn modelId="{845AC539-71E3-42F9-8145-ECA0C6EDAB4E}" type="presParOf" srcId="{2DC7E186-F7B5-4C32-A27F-75D2E456A0D1}" destId="{35B56231-A0CF-443E-A62F-47B449EC3248}" srcOrd="3" destOrd="0" presId="urn:microsoft.com/office/officeart/2018/5/layout/IconCircleLabelList"/>
    <dgm:cxn modelId="{0D276804-F137-4217-86C4-FF2E46C1F6C2}" type="presParOf" srcId="{79BA4FA7-71E3-40A7-BE15-A639CAF8BCCC}" destId="{220603CE-39F3-4066-8B5E-6F853281B84C}" srcOrd="3" destOrd="0" presId="urn:microsoft.com/office/officeart/2018/5/layout/IconCircleLabelList"/>
    <dgm:cxn modelId="{A91CF68F-D3E5-409D-B5FB-E2522F39F71F}" type="presParOf" srcId="{79BA4FA7-71E3-40A7-BE15-A639CAF8BCCC}" destId="{E17ECD46-9AEB-49F4-B168-F9FA928FB556}" srcOrd="4" destOrd="0" presId="urn:microsoft.com/office/officeart/2018/5/layout/IconCircleLabelList"/>
    <dgm:cxn modelId="{4E8EFD7C-94E6-4E6C-9780-72AF55493A2A}" type="presParOf" srcId="{E17ECD46-9AEB-49F4-B168-F9FA928FB556}" destId="{D9F0740B-5710-4F15-A467-B41D74A77DE6}" srcOrd="0" destOrd="0" presId="urn:microsoft.com/office/officeart/2018/5/layout/IconCircleLabelList"/>
    <dgm:cxn modelId="{94198044-9211-4048-BA78-1C793401E333}" type="presParOf" srcId="{E17ECD46-9AEB-49F4-B168-F9FA928FB556}" destId="{F546B66F-746D-42E4-ACFA-DB7E420D26CF}" srcOrd="1" destOrd="0" presId="urn:microsoft.com/office/officeart/2018/5/layout/IconCircleLabelList"/>
    <dgm:cxn modelId="{80AA407F-65D6-4B76-8680-BE035B7E3C36}" type="presParOf" srcId="{E17ECD46-9AEB-49F4-B168-F9FA928FB556}" destId="{29386741-63E1-466E-A850-BEF36425BE1D}" srcOrd="2" destOrd="0" presId="urn:microsoft.com/office/officeart/2018/5/layout/IconCircleLabelList"/>
    <dgm:cxn modelId="{EF0AEC87-786A-4F69-A5F0-C0A91C34CEFC}" type="presParOf" srcId="{E17ECD46-9AEB-49F4-B168-F9FA928FB556}" destId="{0FA95CAC-E772-44E5-9383-48AEBFAC1054}" srcOrd="3" destOrd="0" presId="urn:microsoft.com/office/officeart/2018/5/layout/IconCircleLabelList"/>
    <dgm:cxn modelId="{98352689-FA66-42E4-901C-FDA0ECE9C486}" type="presParOf" srcId="{79BA4FA7-71E3-40A7-BE15-A639CAF8BCCC}" destId="{AEBD953A-1CE4-447B-AD77-159E6B5AA86E}" srcOrd="5" destOrd="0" presId="urn:microsoft.com/office/officeart/2018/5/layout/IconCircleLabelList"/>
    <dgm:cxn modelId="{B1002CED-C54C-4A3A-940B-477DEB218BCE}" type="presParOf" srcId="{79BA4FA7-71E3-40A7-BE15-A639CAF8BCCC}" destId="{FF0FDBD2-9F99-4C1F-BDFB-E345A2A911C4}" srcOrd="6" destOrd="0" presId="urn:microsoft.com/office/officeart/2018/5/layout/IconCircleLabelList"/>
    <dgm:cxn modelId="{F68C33D4-A670-49FE-A6B1-E98A963767B0}" type="presParOf" srcId="{FF0FDBD2-9F99-4C1F-BDFB-E345A2A911C4}" destId="{6DCCE5A8-17EB-44E0-8C4A-63824689999C}" srcOrd="0" destOrd="0" presId="urn:microsoft.com/office/officeart/2018/5/layout/IconCircleLabelList"/>
    <dgm:cxn modelId="{81BA49AE-2F20-410D-9BCA-8960FB5AB266}" type="presParOf" srcId="{FF0FDBD2-9F99-4C1F-BDFB-E345A2A911C4}" destId="{77C7B381-FD10-4301-8A10-AD71867E67C3}" srcOrd="1" destOrd="0" presId="urn:microsoft.com/office/officeart/2018/5/layout/IconCircleLabelList"/>
    <dgm:cxn modelId="{CE15A8C7-7DC6-4A79-A327-DE0F861C0A09}" type="presParOf" srcId="{FF0FDBD2-9F99-4C1F-BDFB-E345A2A911C4}" destId="{2211BFC3-317E-4F22-9907-250E92A14934}" srcOrd="2" destOrd="0" presId="urn:microsoft.com/office/officeart/2018/5/layout/IconCircleLabelList"/>
    <dgm:cxn modelId="{5013B7AF-5F6B-4E77-A438-07F3877F6F3B}" type="presParOf" srcId="{FF0FDBD2-9F99-4C1F-BDFB-E345A2A911C4}" destId="{5C4893B6-B6FC-4C35-A7CF-43595BD8709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EC5C9AD-A3E9-4CC2-B076-C05EE14C2606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441E640-FF84-408C-AB0A-ACA9684F87EF}">
      <dgm:prSet/>
      <dgm:spPr/>
      <dgm:t>
        <a:bodyPr/>
        <a:lstStyle/>
        <a:p>
          <a:r>
            <a:rPr lang="en-US"/>
            <a:t>Prevents input errors (e.g., entering text instead of a number)</a:t>
          </a:r>
        </a:p>
      </dgm:t>
    </dgm:pt>
    <dgm:pt modelId="{7790237A-4EC0-43E7-A1CA-DC3A369B7611}" type="parTrans" cxnId="{BF856EA3-0C53-430B-8A6B-92686DBEE4C7}">
      <dgm:prSet/>
      <dgm:spPr/>
      <dgm:t>
        <a:bodyPr/>
        <a:lstStyle/>
        <a:p>
          <a:endParaRPr lang="en-US"/>
        </a:p>
      </dgm:t>
    </dgm:pt>
    <dgm:pt modelId="{EC770513-D6BA-41EE-963A-0966FBEA69A1}" type="sibTrans" cxnId="{BF856EA3-0C53-430B-8A6B-92686DBEE4C7}">
      <dgm:prSet/>
      <dgm:spPr/>
      <dgm:t>
        <a:bodyPr/>
        <a:lstStyle/>
        <a:p>
          <a:endParaRPr lang="en-US"/>
        </a:p>
      </dgm:t>
    </dgm:pt>
    <dgm:pt modelId="{ACFE4682-9BE2-48C0-8E03-D79E051C87BB}">
      <dgm:prSet/>
      <dgm:spPr/>
      <dgm:t>
        <a:bodyPr/>
        <a:lstStyle/>
        <a:p>
          <a:r>
            <a:rPr lang="en-US"/>
            <a:t>Simplifies code (no need for try-catch everywhere)</a:t>
          </a:r>
        </a:p>
      </dgm:t>
    </dgm:pt>
    <dgm:pt modelId="{F3371AF9-0AF3-4031-A9DB-5A09AA37AC43}" type="parTrans" cxnId="{AF66B8AF-8696-4588-A765-F2F0F883BD5C}">
      <dgm:prSet/>
      <dgm:spPr/>
      <dgm:t>
        <a:bodyPr/>
        <a:lstStyle/>
        <a:p>
          <a:endParaRPr lang="en-US"/>
        </a:p>
      </dgm:t>
    </dgm:pt>
    <dgm:pt modelId="{42B27B7D-AFB0-4C1D-971F-22AABF6BF8A8}" type="sibTrans" cxnId="{AF66B8AF-8696-4588-A765-F2F0F883BD5C}">
      <dgm:prSet/>
      <dgm:spPr/>
      <dgm:t>
        <a:bodyPr/>
        <a:lstStyle/>
        <a:p>
          <a:endParaRPr lang="en-US"/>
        </a:p>
      </dgm:t>
    </dgm:pt>
    <dgm:pt modelId="{D3C3DB3F-EE1C-4251-9941-3A390FFEC36D}">
      <dgm:prSet/>
      <dgm:spPr/>
      <dgm:t>
        <a:bodyPr/>
        <a:lstStyle/>
        <a:p>
          <a:r>
            <a:rPr lang="en-US"/>
            <a:t>Reusable and efficient</a:t>
          </a:r>
        </a:p>
      </dgm:t>
    </dgm:pt>
    <dgm:pt modelId="{F5C536EE-AF2F-435E-B3DA-A995E148477A}" type="parTrans" cxnId="{2C57FE22-0928-459C-AAD8-096E8291AC81}">
      <dgm:prSet/>
      <dgm:spPr/>
      <dgm:t>
        <a:bodyPr/>
        <a:lstStyle/>
        <a:p>
          <a:endParaRPr lang="en-US"/>
        </a:p>
      </dgm:t>
    </dgm:pt>
    <dgm:pt modelId="{646D0407-587E-4229-8A50-6E68A8544D6A}" type="sibTrans" cxnId="{2C57FE22-0928-459C-AAD8-096E8291AC81}">
      <dgm:prSet/>
      <dgm:spPr/>
      <dgm:t>
        <a:bodyPr/>
        <a:lstStyle/>
        <a:p>
          <a:endParaRPr lang="en-US"/>
        </a:p>
      </dgm:t>
    </dgm:pt>
    <dgm:pt modelId="{C438377D-0E51-47F3-B32B-57A5516B1E7D}">
      <dgm:prSet/>
      <dgm:spPr/>
      <dgm:t>
        <a:bodyPr/>
        <a:lstStyle/>
        <a:p>
          <a:r>
            <a:rPr lang="en-US"/>
            <a:t>Improves user experience</a:t>
          </a:r>
        </a:p>
      </dgm:t>
    </dgm:pt>
    <dgm:pt modelId="{CA15D829-DE91-4FB0-9A26-B0DB6B7D3D14}" type="parTrans" cxnId="{FE33C207-49AD-4AF3-9C20-47D31C56B9C1}">
      <dgm:prSet/>
      <dgm:spPr/>
      <dgm:t>
        <a:bodyPr/>
        <a:lstStyle/>
        <a:p>
          <a:endParaRPr lang="en-US"/>
        </a:p>
      </dgm:t>
    </dgm:pt>
    <dgm:pt modelId="{7D48542F-B8C4-4EC9-98A7-67E83F30E65A}" type="sibTrans" cxnId="{FE33C207-49AD-4AF3-9C20-47D31C56B9C1}">
      <dgm:prSet/>
      <dgm:spPr/>
      <dgm:t>
        <a:bodyPr/>
        <a:lstStyle/>
        <a:p>
          <a:endParaRPr lang="en-US"/>
        </a:p>
      </dgm:t>
    </dgm:pt>
    <dgm:pt modelId="{AAEFF47F-6579-48E3-B0C4-218F0909AA21}" type="pres">
      <dgm:prSet presAssocID="{6EC5C9AD-A3E9-4CC2-B076-C05EE14C2606}" presName="linear" presStyleCnt="0">
        <dgm:presLayoutVars>
          <dgm:animLvl val="lvl"/>
          <dgm:resizeHandles val="exact"/>
        </dgm:presLayoutVars>
      </dgm:prSet>
      <dgm:spPr/>
    </dgm:pt>
    <dgm:pt modelId="{58D71796-08D3-4FCD-BB2C-E43A87B945DE}" type="pres">
      <dgm:prSet presAssocID="{A441E640-FF84-408C-AB0A-ACA9684F87E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2E8AC23-90DA-4059-A5FB-E57A1DE52F81}" type="pres">
      <dgm:prSet presAssocID="{EC770513-D6BA-41EE-963A-0966FBEA69A1}" presName="spacer" presStyleCnt="0"/>
      <dgm:spPr/>
    </dgm:pt>
    <dgm:pt modelId="{FF4E7D79-5149-4B6E-87D9-071C1CE91608}" type="pres">
      <dgm:prSet presAssocID="{ACFE4682-9BE2-48C0-8E03-D79E051C87B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4A5AEC5-68C7-4D09-9D42-FD4ECCFB3590}" type="pres">
      <dgm:prSet presAssocID="{42B27B7D-AFB0-4C1D-971F-22AABF6BF8A8}" presName="spacer" presStyleCnt="0"/>
      <dgm:spPr/>
    </dgm:pt>
    <dgm:pt modelId="{37BD40EA-554F-4BF4-8F32-2A312881BC43}" type="pres">
      <dgm:prSet presAssocID="{D3C3DB3F-EE1C-4251-9941-3A390FFEC36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73E4F7D-EDBF-4437-A54B-F3965657BAB0}" type="pres">
      <dgm:prSet presAssocID="{646D0407-587E-4229-8A50-6E68A8544D6A}" presName="spacer" presStyleCnt="0"/>
      <dgm:spPr/>
    </dgm:pt>
    <dgm:pt modelId="{0F7AC98C-13B2-48E6-A8D9-652CC145ED73}" type="pres">
      <dgm:prSet presAssocID="{C438377D-0E51-47F3-B32B-57A5516B1E7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E33C207-49AD-4AF3-9C20-47D31C56B9C1}" srcId="{6EC5C9AD-A3E9-4CC2-B076-C05EE14C2606}" destId="{C438377D-0E51-47F3-B32B-57A5516B1E7D}" srcOrd="3" destOrd="0" parTransId="{CA15D829-DE91-4FB0-9A26-B0DB6B7D3D14}" sibTransId="{7D48542F-B8C4-4EC9-98A7-67E83F30E65A}"/>
    <dgm:cxn modelId="{2C57FE22-0928-459C-AAD8-096E8291AC81}" srcId="{6EC5C9AD-A3E9-4CC2-B076-C05EE14C2606}" destId="{D3C3DB3F-EE1C-4251-9941-3A390FFEC36D}" srcOrd="2" destOrd="0" parTransId="{F5C536EE-AF2F-435E-B3DA-A995E148477A}" sibTransId="{646D0407-587E-4229-8A50-6E68A8544D6A}"/>
    <dgm:cxn modelId="{BFBE7226-C775-4932-A491-D832AC7A0250}" type="presOf" srcId="{D3C3DB3F-EE1C-4251-9941-3A390FFEC36D}" destId="{37BD40EA-554F-4BF4-8F32-2A312881BC43}" srcOrd="0" destOrd="0" presId="urn:microsoft.com/office/officeart/2005/8/layout/vList2"/>
    <dgm:cxn modelId="{407C1B3F-E7C5-4FDA-B67E-33FCF81304D0}" type="presOf" srcId="{C438377D-0E51-47F3-B32B-57A5516B1E7D}" destId="{0F7AC98C-13B2-48E6-A8D9-652CC145ED73}" srcOrd="0" destOrd="0" presId="urn:microsoft.com/office/officeart/2005/8/layout/vList2"/>
    <dgm:cxn modelId="{A52DD568-7D8A-4537-A495-A5B94E4A0599}" type="presOf" srcId="{ACFE4682-9BE2-48C0-8E03-D79E051C87BB}" destId="{FF4E7D79-5149-4B6E-87D9-071C1CE91608}" srcOrd="0" destOrd="0" presId="urn:microsoft.com/office/officeart/2005/8/layout/vList2"/>
    <dgm:cxn modelId="{03D62581-37C6-4C5A-B4AA-C37AC57BA330}" type="presOf" srcId="{A441E640-FF84-408C-AB0A-ACA9684F87EF}" destId="{58D71796-08D3-4FCD-BB2C-E43A87B945DE}" srcOrd="0" destOrd="0" presId="urn:microsoft.com/office/officeart/2005/8/layout/vList2"/>
    <dgm:cxn modelId="{BF856EA3-0C53-430B-8A6B-92686DBEE4C7}" srcId="{6EC5C9AD-A3E9-4CC2-B076-C05EE14C2606}" destId="{A441E640-FF84-408C-AB0A-ACA9684F87EF}" srcOrd="0" destOrd="0" parTransId="{7790237A-4EC0-43E7-A1CA-DC3A369B7611}" sibTransId="{EC770513-D6BA-41EE-963A-0966FBEA69A1}"/>
    <dgm:cxn modelId="{AF66B8AF-8696-4588-A765-F2F0F883BD5C}" srcId="{6EC5C9AD-A3E9-4CC2-B076-C05EE14C2606}" destId="{ACFE4682-9BE2-48C0-8E03-D79E051C87BB}" srcOrd="1" destOrd="0" parTransId="{F3371AF9-0AF3-4031-A9DB-5A09AA37AC43}" sibTransId="{42B27B7D-AFB0-4C1D-971F-22AABF6BF8A8}"/>
    <dgm:cxn modelId="{6AA34FFF-47E4-446A-93AC-A004FFBA8C34}" type="presOf" srcId="{6EC5C9AD-A3E9-4CC2-B076-C05EE14C2606}" destId="{AAEFF47F-6579-48E3-B0C4-218F0909AA21}" srcOrd="0" destOrd="0" presId="urn:microsoft.com/office/officeart/2005/8/layout/vList2"/>
    <dgm:cxn modelId="{BC0486BC-283D-4CFA-AB4D-81BB4CA6FE8B}" type="presParOf" srcId="{AAEFF47F-6579-48E3-B0C4-218F0909AA21}" destId="{58D71796-08D3-4FCD-BB2C-E43A87B945DE}" srcOrd="0" destOrd="0" presId="urn:microsoft.com/office/officeart/2005/8/layout/vList2"/>
    <dgm:cxn modelId="{82E7FF67-9E06-48C9-897C-EC1DD6E70C3F}" type="presParOf" srcId="{AAEFF47F-6579-48E3-B0C4-218F0909AA21}" destId="{92E8AC23-90DA-4059-A5FB-E57A1DE52F81}" srcOrd="1" destOrd="0" presId="urn:microsoft.com/office/officeart/2005/8/layout/vList2"/>
    <dgm:cxn modelId="{5299F27E-B917-4020-999B-7F3A67DAEDB0}" type="presParOf" srcId="{AAEFF47F-6579-48E3-B0C4-218F0909AA21}" destId="{FF4E7D79-5149-4B6E-87D9-071C1CE91608}" srcOrd="2" destOrd="0" presId="urn:microsoft.com/office/officeart/2005/8/layout/vList2"/>
    <dgm:cxn modelId="{B349115B-C2E9-4144-8CCD-69D84586D738}" type="presParOf" srcId="{AAEFF47F-6579-48E3-B0C4-218F0909AA21}" destId="{54A5AEC5-68C7-4D09-9D42-FD4ECCFB3590}" srcOrd="3" destOrd="0" presId="urn:microsoft.com/office/officeart/2005/8/layout/vList2"/>
    <dgm:cxn modelId="{9940C0EF-AAFC-418E-A702-DC029B1F63C4}" type="presParOf" srcId="{AAEFF47F-6579-48E3-B0C4-218F0909AA21}" destId="{37BD40EA-554F-4BF4-8F32-2A312881BC43}" srcOrd="4" destOrd="0" presId="urn:microsoft.com/office/officeart/2005/8/layout/vList2"/>
    <dgm:cxn modelId="{F6DFD898-133C-49CC-A0C7-B65487305F35}" type="presParOf" srcId="{AAEFF47F-6579-48E3-B0C4-218F0909AA21}" destId="{373E4F7D-EDBF-4437-A54B-F3965657BAB0}" srcOrd="5" destOrd="0" presId="urn:microsoft.com/office/officeart/2005/8/layout/vList2"/>
    <dgm:cxn modelId="{3B5769A4-3484-43BC-878D-7BDA700E1041}" type="presParOf" srcId="{AAEFF47F-6579-48E3-B0C4-218F0909AA21}" destId="{0F7AC98C-13B2-48E6-A8D9-652CC145ED7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3B8380-243E-4147-BDC3-540FA955DCA9}">
      <dsp:nvSpPr>
        <dsp:cNvPr id="0" name=""/>
        <dsp:cNvSpPr/>
      </dsp:nvSpPr>
      <dsp:spPr>
        <a:xfrm>
          <a:off x="0" y="477094"/>
          <a:ext cx="5000124" cy="1352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Scanner is used to read user input</a:t>
          </a:r>
        </a:p>
      </dsp:txBody>
      <dsp:txXfrm>
        <a:off x="66025" y="543119"/>
        <a:ext cx="4868074" cy="1220470"/>
      </dsp:txXfrm>
    </dsp:sp>
    <dsp:sp modelId="{01789BC0-6D7A-41EB-A0AF-AC861432669A}">
      <dsp:nvSpPr>
        <dsp:cNvPr id="0" name=""/>
        <dsp:cNvSpPr/>
      </dsp:nvSpPr>
      <dsp:spPr>
        <a:xfrm>
          <a:off x="0" y="1829614"/>
          <a:ext cx="5000124" cy="1794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754" tIns="43180" rIns="241808" bIns="4318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Example:</a:t>
          </a:r>
        </a:p>
        <a:p>
          <a:pPr marL="457200" lvl="2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Scanner input = new Scanner(System.in);</a:t>
          </a:r>
        </a:p>
        <a:p>
          <a:pPr marL="457200" lvl="2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int age = input.nextInt();</a:t>
          </a:r>
        </a:p>
      </dsp:txBody>
      <dsp:txXfrm>
        <a:off x="0" y="1829614"/>
        <a:ext cx="5000124" cy="1794690"/>
      </dsp:txXfrm>
    </dsp:sp>
    <dsp:sp modelId="{E8AA56E5-CB08-4BC1-A4BE-09573058C0DD}">
      <dsp:nvSpPr>
        <dsp:cNvPr id="0" name=""/>
        <dsp:cNvSpPr/>
      </dsp:nvSpPr>
      <dsp:spPr>
        <a:xfrm>
          <a:off x="0" y="3624305"/>
          <a:ext cx="5000124" cy="135252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Problem: Buffer issues and invalid input handling</a:t>
          </a:r>
        </a:p>
      </dsp:txBody>
      <dsp:txXfrm>
        <a:off x="66025" y="3690330"/>
        <a:ext cx="4868074" cy="12204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321F6B-F688-4B20-97DA-5FA3F3373366}">
      <dsp:nvSpPr>
        <dsp:cNvPr id="0" name=""/>
        <dsp:cNvSpPr/>
      </dsp:nvSpPr>
      <dsp:spPr>
        <a:xfrm>
          <a:off x="0" y="4105454"/>
          <a:ext cx="5000124" cy="134750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Repetitive error-handling code in multiple places</a:t>
          </a:r>
        </a:p>
      </dsp:txBody>
      <dsp:txXfrm>
        <a:off x="0" y="4105454"/>
        <a:ext cx="5000124" cy="1347501"/>
      </dsp:txXfrm>
    </dsp:sp>
    <dsp:sp modelId="{0E9CF77F-3E48-42CB-83F0-D830E8569DB3}">
      <dsp:nvSpPr>
        <dsp:cNvPr id="0" name=""/>
        <dsp:cNvSpPr/>
      </dsp:nvSpPr>
      <dsp:spPr>
        <a:xfrm rot="10800000">
          <a:off x="0" y="2053209"/>
          <a:ext cx="5000124" cy="2072457"/>
        </a:xfrm>
        <a:prstGeom prst="upArrowCallou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No built-in input validation</a:t>
          </a:r>
        </a:p>
      </dsp:txBody>
      <dsp:txXfrm rot="10800000">
        <a:off x="0" y="2053209"/>
        <a:ext cx="5000124" cy="1346620"/>
      </dsp:txXfrm>
    </dsp:sp>
    <dsp:sp modelId="{DCE2BDF9-93D0-462F-8CB4-2BF13283F1B5}">
      <dsp:nvSpPr>
        <dsp:cNvPr id="0" name=""/>
        <dsp:cNvSpPr/>
      </dsp:nvSpPr>
      <dsp:spPr>
        <a:xfrm rot="10800000">
          <a:off x="0" y="964"/>
          <a:ext cx="5000124" cy="2072457"/>
        </a:xfrm>
        <a:prstGeom prst="upArrowCallou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Buffering issues when mixing </a:t>
          </a:r>
          <a:r>
            <a:rPr lang="en-US" sz="3000" kern="1200" dirty="0" err="1"/>
            <a:t>nextInt</a:t>
          </a:r>
          <a:r>
            <a:rPr lang="en-US" sz="3000" kern="1200" dirty="0"/>
            <a:t>() and </a:t>
          </a:r>
          <a:r>
            <a:rPr lang="en-US" sz="3000" kern="1200" dirty="0" err="1"/>
            <a:t>nextLine</a:t>
          </a:r>
          <a:r>
            <a:rPr lang="en-US" sz="3000" kern="1200" dirty="0"/>
            <a:t>()</a:t>
          </a:r>
        </a:p>
      </dsp:txBody>
      <dsp:txXfrm rot="10800000">
        <a:off x="0" y="964"/>
        <a:ext cx="5000124" cy="13466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D22920-97DC-4E50-B2F7-9C09D48B4ADD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16297D-71D1-40E2-A950-5DA8B8338545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B05AAA-6503-4591-A844-9A409E6BFB4C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Encapsulates input logic</a:t>
          </a:r>
        </a:p>
      </dsp:txBody>
      <dsp:txXfrm>
        <a:off x="25435" y="2456402"/>
        <a:ext cx="1800000" cy="720000"/>
      </dsp:txXfrm>
    </dsp:sp>
    <dsp:sp modelId="{9F30C6BB-7930-484D-88AE-AEA2DBD4B61A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9D7197-194D-40DA-8549-0CA87E6027E8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B56231-A0CF-443E-A62F-47B449EC3248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Ensures valid data types</a:t>
          </a:r>
        </a:p>
      </dsp:txBody>
      <dsp:txXfrm>
        <a:off x="2140435" y="2456402"/>
        <a:ext cx="1800000" cy="720000"/>
      </dsp:txXfrm>
    </dsp:sp>
    <dsp:sp modelId="{D9F0740B-5710-4F15-A467-B41D74A77DE6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46B66F-746D-42E4-ACFA-DB7E420D26CF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A95CAC-E772-44E5-9383-48AEBFAC1054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Eliminates Scanner buffer issues</a:t>
          </a:r>
        </a:p>
      </dsp:txBody>
      <dsp:txXfrm>
        <a:off x="4255435" y="2456402"/>
        <a:ext cx="1800000" cy="720000"/>
      </dsp:txXfrm>
    </dsp:sp>
    <dsp:sp modelId="{6DCCE5A8-17EB-44E0-8C4A-63824689999C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C7B381-FD10-4301-8A10-AD71867E67C3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4893B6-B6FC-4C35-A7CF-43595BD87094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Provides a reusable interface</a:t>
          </a:r>
        </a:p>
      </dsp:txBody>
      <dsp:txXfrm>
        <a:off x="6370435" y="2456402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D71796-08D3-4FCD-BB2C-E43A87B945DE}">
      <dsp:nvSpPr>
        <dsp:cNvPr id="0" name=""/>
        <dsp:cNvSpPr/>
      </dsp:nvSpPr>
      <dsp:spPr>
        <a:xfrm>
          <a:off x="0" y="546079"/>
          <a:ext cx="5000124" cy="10342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Prevents input errors (e.g., entering text instead of a number)</a:t>
          </a:r>
        </a:p>
      </dsp:txBody>
      <dsp:txXfrm>
        <a:off x="50489" y="596568"/>
        <a:ext cx="4899146" cy="933302"/>
      </dsp:txXfrm>
    </dsp:sp>
    <dsp:sp modelId="{FF4E7D79-5149-4B6E-87D9-071C1CE91608}">
      <dsp:nvSpPr>
        <dsp:cNvPr id="0" name=""/>
        <dsp:cNvSpPr/>
      </dsp:nvSpPr>
      <dsp:spPr>
        <a:xfrm>
          <a:off x="0" y="1655240"/>
          <a:ext cx="5000124" cy="1034280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Simplifies code (no need for try-catch everywhere)</a:t>
          </a:r>
        </a:p>
      </dsp:txBody>
      <dsp:txXfrm>
        <a:off x="50489" y="1705729"/>
        <a:ext cx="4899146" cy="933302"/>
      </dsp:txXfrm>
    </dsp:sp>
    <dsp:sp modelId="{37BD40EA-554F-4BF4-8F32-2A312881BC43}">
      <dsp:nvSpPr>
        <dsp:cNvPr id="0" name=""/>
        <dsp:cNvSpPr/>
      </dsp:nvSpPr>
      <dsp:spPr>
        <a:xfrm>
          <a:off x="0" y="2764400"/>
          <a:ext cx="5000124" cy="1034280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Reusable and efficient</a:t>
          </a:r>
        </a:p>
      </dsp:txBody>
      <dsp:txXfrm>
        <a:off x="50489" y="2814889"/>
        <a:ext cx="4899146" cy="933302"/>
      </dsp:txXfrm>
    </dsp:sp>
    <dsp:sp modelId="{0F7AC98C-13B2-48E6-A8D9-652CC145ED73}">
      <dsp:nvSpPr>
        <dsp:cNvPr id="0" name=""/>
        <dsp:cNvSpPr/>
      </dsp:nvSpPr>
      <dsp:spPr>
        <a:xfrm>
          <a:off x="0" y="3873560"/>
          <a:ext cx="5000124" cy="103428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Improves user experience</a:t>
          </a:r>
        </a:p>
      </dsp:txBody>
      <dsp:txXfrm>
        <a:off x="50489" y="3924049"/>
        <a:ext cx="4899146" cy="9333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1731" y="1543056"/>
            <a:ext cx="5829300" cy="1102519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Introducing the </a:t>
            </a:r>
            <a:r>
              <a:rPr lang="en-US" sz="3200" dirty="0" err="1"/>
              <a:t>ScannerInput</a:t>
            </a:r>
            <a:r>
              <a:rPr lang="en-US" sz="3200" dirty="0"/>
              <a:t> Class</a:t>
            </a:r>
            <a:endParaRPr lang="en-IE" sz="3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28727" y="3714750"/>
            <a:ext cx="1400175" cy="8001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18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18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688881" y="3200400"/>
            <a:ext cx="5715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1631731" y="2457456"/>
            <a:ext cx="5829300" cy="702469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Enhancing User Input Handling in Java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68A713-3A92-43D7-9854-D52C90EF7929}"/>
              </a:ext>
            </a:extLst>
          </p:cNvPr>
          <p:cNvSpPr txBox="1"/>
          <p:nvPr/>
        </p:nvSpPr>
        <p:spPr>
          <a:xfrm>
            <a:off x="2816678" y="3714750"/>
            <a:ext cx="2686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Maireád</a:t>
            </a:r>
            <a:r>
              <a:rPr lang="en-I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Meagher</a:t>
            </a:r>
          </a:p>
          <a:p>
            <a:r>
              <a:rPr lang="en-I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Siobhan Roche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DF2C19-B8BD-218F-A067-24252BB9630E}"/>
              </a:ext>
            </a:extLst>
          </p:cNvPr>
          <p:cNvSpPr txBox="1"/>
          <p:nvPr/>
        </p:nvSpPr>
        <p:spPr>
          <a:xfrm>
            <a:off x="5502728" y="5244620"/>
            <a:ext cx="3054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dirty="0"/>
              <a:t>Department of Computing and Mathematics</a:t>
            </a:r>
          </a:p>
          <a:p>
            <a:r>
              <a:rPr lang="en-IE" sz="1200" dirty="0"/>
              <a:t>http://www.setu.ie/</a:t>
            </a:r>
          </a:p>
        </p:txBody>
      </p:sp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908B3B76-280D-767D-448B-CBBDB9164B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731" y="4983331"/>
            <a:ext cx="1714500" cy="96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nb-NO" sz="3500">
                <a:solidFill>
                  <a:srgbClr val="FFFFFF"/>
                </a:solidFill>
              </a:rPr>
              <a:t>Recap: Scanner for User Input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09C92E-4469-3F58-F020-BC54F9015B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21416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E" sz="3500">
                <a:solidFill>
                  <a:srgbClr val="FFFFFF"/>
                </a:solidFill>
              </a:rPr>
              <a:t>Common Problems with Scanner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24159F-D1D8-B01E-99D4-8A1B8A84CE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824682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E" sz="3500">
                <a:solidFill>
                  <a:srgbClr val="FFFFFF"/>
                </a:solidFill>
              </a:rPr>
              <a:t>Solution: ScannerInput Class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14C9480-1B69-5C6A-37C0-76ABDC8BBF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668275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IE" sz="3200" dirty="0">
                <a:solidFill>
                  <a:srgbClr val="FFFFFF"/>
                </a:solidFill>
              </a:rPr>
              <a:t>How </a:t>
            </a:r>
            <a:r>
              <a:rPr lang="en-IE" sz="3200" dirty="0" err="1">
                <a:solidFill>
                  <a:srgbClr val="FFFFFF"/>
                </a:solidFill>
              </a:rPr>
              <a:t>ScannerInput</a:t>
            </a:r>
            <a:r>
              <a:rPr lang="en-IE" sz="3200" dirty="0">
                <a:solidFill>
                  <a:srgbClr val="FFFFFF"/>
                </a:solidFill>
              </a:rPr>
              <a:t>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/>
              <a:t>	Example:</a:t>
            </a:r>
          </a:p>
          <a:p>
            <a:pPr marL="400050" lvl="1" indent="0">
              <a:buNone/>
            </a:pPr>
            <a:endParaRPr lang="en-US" sz="1700" dirty="0"/>
          </a:p>
          <a:p>
            <a:pPr marL="400050" lvl="1" indent="0">
              <a:buNone/>
            </a:pPr>
            <a:r>
              <a:rPr lang="en-US" sz="1700" dirty="0"/>
              <a:t>int age = </a:t>
            </a:r>
            <a:r>
              <a:rPr lang="en-US" sz="1700" dirty="0" err="1"/>
              <a:t>ScannerInput.readNextInt</a:t>
            </a:r>
            <a:r>
              <a:rPr lang="en-US" sz="1700" dirty="0"/>
              <a:t>("Enter your age: ");</a:t>
            </a:r>
          </a:p>
          <a:p>
            <a:endParaRPr lang="en-US" sz="1700" dirty="0"/>
          </a:p>
          <a:p>
            <a:pPr marL="0" indent="0">
              <a:buNone/>
            </a:pPr>
            <a:r>
              <a:rPr lang="en-US" sz="1700" dirty="0"/>
              <a:t>	How it works:</a:t>
            </a:r>
          </a:p>
          <a:p>
            <a:pPr lvl="2"/>
            <a:r>
              <a:rPr lang="en-US" sz="1700" dirty="0"/>
              <a:t>Prompts user for input</a:t>
            </a:r>
          </a:p>
          <a:p>
            <a:pPr lvl="2"/>
            <a:r>
              <a:rPr lang="en-US" sz="1700" dirty="0"/>
              <a:t>Parses input inside a loop</a:t>
            </a:r>
          </a:p>
          <a:p>
            <a:pPr lvl="2"/>
            <a:r>
              <a:rPr lang="en-US" sz="1700" dirty="0"/>
              <a:t>Catches invalid values and retries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Key Methods in ScannerInput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B1863C4-209E-1F26-4C6F-A8E5B55B85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6821" y="2744812"/>
            <a:ext cx="5419311" cy="13683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1F1231-4AF3-6EFC-46AC-A3535FAD8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Code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8AC50-FBFD-ED8D-04A4-E6F76E90C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400" b="1">
                <a:effectLst/>
              </a:rPr>
              <a:t>public class </a:t>
            </a:r>
            <a:r>
              <a:rPr lang="en-US" sz="1400"/>
              <a:t>ScannerInput {</a:t>
            </a:r>
            <a:br>
              <a:rPr lang="en-US" sz="1400"/>
            </a:br>
            <a:br>
              <a:rPr lang="en-US" sz="1400"/>
            </a:br>
            <a:r>
              <a:rPr lang="en-US" sz="1400"/>
              <a:t>    </a:t>
            </a:r>
            <a:r>
              <a:rPr lang="en-US" sz="1400" i="1">
                <a:effectLst/>
              </a:rPr>
              <a:t>/**</a:t>
            </a:r>
            <a:br>
              <a:rPr lang="en-US" sz="1400" i="1">
                <a:effectLst/>
              </a:rPr>
            </a:br>
            <a:r>
              <a:rPr lang="en-US" sz="1400" i="1">
                <a:effectLst/>
              </a:rPr>
              <a:t>     * Read an int from the user.  If the entered data isn't actually an int,</a:t>
            </a:r>
            <a:br>
              <a:rPr lang="en-US" sz="1400" i="1">
                <a:effectLst/>
              </a:rPr>
            </a:br>
            <a:r>
              <a:rPr lang="en-US" sz="1400" i="1">
                <a:effectLst/>
              </a:rPr>
              <a:t>     * the user is prompted again to enter the int.</a:t>
            </a:r>
            <a:br>
              <a:rPr lang="en-US" sz="1400" i="1">
                <a:effectLst/>
              </a:rPr>
            </a:br>
            <a:r>
              <a:rPr lang="en-US" sz="1400" i="1">
                <a:effectLst/>
              </a:rPr>
              <a:t>     *</a:t>
            </a:r>
            <a:br>
              <a:rPr lang="en-US" sz="1400" i="1">
                <a:effectLst/>
              </a:rPr>
            </a:br>
            <a:r>
              <a:rPr lang="en-US" sz="1400" i="1">
                <a:effectLst/>
              </a:rPr>
              <a:t>     * </a:t>
            </a:r>
            <a:r>
              <a:rPr lang="en-US" sz="1400" b="1" i="1">
                <a:effectLst/>
              </a:rPr>
              <a:t>@param </a:t>
            </a:r>
            <a:r>
              <a:rPr lang="en-US" sz="1400" i="1">
                <a:effectLst/>
              </a:rPr>
              <a:t>prompt  The information printed to the console for the user to read</a:t>
            </a:r>
            <a:br>
              <a:rPr lang="en-US" sz="1400" i="1">
                <a:effectLst/>
              </a:rPr>
            </a:br>
            <a:r>
              <a:rPr lang="en-US" sz="1400" i="1">
                <a:effectLst/>
              </a:rPr>
              <a:t>     * </a:t>
            </a:r>
            <a:r>
              <a:rPr lang="en-US" sz="1400" b="1" i="1">
                <a:effectLst/>
              </a:rPr>
              <a:t>@return </a:t>
            </a:r>
            <a:r>
              <a:rPr lang="en-US" sz="1400" i="1">
                <a:effectLst/>
              </a:rPr>
              <a:t>The number read from the user and verified as an int.</a:t>
            </a:r>
            <a:br>
              <a:rPr lang="en-US" sz="1400" i="1">
                <a:effectLst/>
              </a:rPr>
            </a:br>
            <a:r>
              <a:rPr lang="en-US" sz="1400" i="1">
                <a:effectLst/>
              </a:rPr>
              <a:t>     */</a:t>
            </a:r>
            <a:br>
              <a:rPr lang="en-US" sz="1400" i="1">
                <a:effectLst/>
              </a:rPr>
            </a:br>
            <a:r>
              <a:rPr lang="en-US" sz="1400" i="1">
                <a:effectLst/>
              </a:rPr>
              <a:t>    </a:t>
            </a:r>
            <a:r>
              <a:rPr lang="en-US" sz="1400" b="1">
                <a:effectLst/>
              </a:rPr>
              <a:t>public static int </a:t>
            </a:r>
            <a:r>
              <a:rPr lang="en-US" sz="1400"/>
              <a:t>readNextInt(String prompt) {</a:t>
            </a:r>
            <a:br>
              <a:rPr lang="en-US" sz="1400"/>
            </a:br>
            <a:r>
              <a:rPr lang="en-US" sz="1400"/>
              <a:t>        </a:t>
            </a:r>
            <a:r>
              <a:rPr lang="en-US" sz="1400" b="1">
                <a:effectLst/>
              </a:rPr>
              <a:t>do </a:t>
            </a:r>
            <a:r>
              <a:rPr lang="en-US" sz="1400"/>
              <a:t>{</a:t>
            </a:r>
            <a:br>
              <a:rPr lang="en-US" sz="1400"/>
            </a:br>
            <a:r>
              <a:rPr lang="en-US" sz="1400"/>
              <a:t>            </a:t>
            </a:r>
            <a:r>
              <a:rPr lang="en-US" sz="1400" b="1">
                <a:effectLst/>
              </a:rPr>
              <a:t>var </a:t>
            </a:r>
            <a:r>
              <a:rPr lang="en-US" sz="1400"/>
              <a:t>scanner = </a:t>
            </a:r>
            <a:r>
              <a:rPr lang="en-US" sz="1400" b="1">
                <a:effectLst/>
              </a:rPr>
              <a:t>new </a:t>
            </a:r>
            <a:r>
              <a:rPr lang="en-US" sz="1400"/>
              <a:t>Scanner(System.in);</a:t>
            </a:r>
            <a:br>
              <a:rPr lang="en-US" sz="1400"/>
            </a:br>
            <a:r>
              <a:rPr lang="en-US" sz="1400"/>
              <a:t>            </a:t>
            </a:r>
            <a:r>
              <a:rPr lang="en-US" sz="1400" b="1">
                <a:effectLst/>
              </a:rPr>
              <a:t>try </a:t>
            </a:r>
            <a:r>
              <a:rPr lang="en-US" sz="1400"/>
              <a:t>{</a:t>
            </a:r>
            <a:br>
              <a:rPr lang="en-US" sz="1400"/>
            </a:br>
            <a:r>
              <a:rPr lang="en-US" sz="1400"/>
              <a:t>                System.out.print(prompt);</a:t>
            </a:r>
            <a:br>
              <a:rPr lang="en-US" sz="1400"/>
            </a:br>
            <a:r>
              <a:rPr lang="en-US" sz="1400"/>
              <a:t>                </a:t>
            </a:r>
            <a:r>
              <a:rPr lang="en-US" sz="1400" b="1">
                <a:effectLst/>
              </a:rPr>
              <a:t>return </a:t>
            </a:r>
            <a:r>
              <a:rPr lang="en-US" sz="1400"/>
              <a:t>Integer.parseInt(scanner.next());</a:t>
            </a:r>
            <a:br>
              <a:rPr lang="en-US" sz="1400"/>
            </a:br>
            <a:r>
              <a:rPr lang="en-US" sz="1400"/>
              <a:t>            }</a:t>
            </a:r>
            <a:br>
              <a:rPr lang="en-US" sz="1400"/>
            </a:br>
            <a:r>
              <a:rPr lang="en-US" sz="1400"/>
              <a:t>            </a:t>
            </a:r>
            <a:r>
              <a:rPr lang="en-US" sz="1400" b="1">
                <a:effectLst/>
              </a:rPr>
              <a:t>catch </a:t>
            </a:r>
            <a:r>
              <a:rPr lang="en-US" sz="1400"/>
              <a:t>(NumberFormatException e) {</a:t>
            </a:r>
            <a:br>
              <a:rPr lang="en-US" sz="1400"/>
            </a:br>
            <a:r>
              <a:rPr lang="en-US" sz="1400"/>
              <a:t>                System.err.println(</a:t>
            </a:r>
            <a:r>
              <a:rPr lang="en-US" sz="1400" b="1">
                <a:effectLst/>
              </a:rPr>
              <a:t>"\tEnter a number please."</a:t>
            </a:r>
            <a:r>
              <a:rPr lang="en-US" sz="1400"/>
              <a:t>);</a:t>
            </a:r>
            <a:br>
              <a:rPr lang="en-US" sz="1400"/>
            </a:br>
            <a:r>
              <a:rPr lang="en-US" sz="1400"/>
              <a:t>            }</a:t>
            </a:r>
            <a:br>
              <a:rPr lang="en-US" sz="1400"/>
            </a:br>
            <a:r>
              <a:rPr lang="en-US" sz="1400"/>
              <a:t>        }  </a:t>
            </a:r>
            <a:r>
              <a:rPr lang="en-US" sz="1400" b="1">
                <a:effectLst/>
              </a:rPr>
              <a:t>while </a:t>
            </a:r>
            <a:r>
              <a:rPr lang="en-US" sz="1400"/>
              <a:t>(</a:t>
            </a:r>
            <a:r>
              <a:rPr lang="en-US" sz="1400" b="1">
                <a:effectLst/>
              </a:rPr>
              <a:t>true</a:t>
            </a:r>
            <a:r>
              <a:rPr lang="en-US" sz="1400"/>
              <a:t>);</a:t>
            </a:r>
            <a:br>
              <a:rPr lang="en-US" sz="1400"/>
            </a:br>
            <a:r>
              <a:rPr lang="en-US" sz="1400"/>
              <a:t>    }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11169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 Usage of ScannerInput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658EDF-03D6-78D5-BD0C-EA6596D5B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821" y="1640628"/>
            <a:ext cx="5419311" cy="35767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EA3F67-9AFD-5722-D249-E71616A86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Validation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738B23-51D2-3E46-B278-CD839C160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821" y="1444178"/>
            <a:ext cx="5419311" cy="396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106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E" sz="3000">
                <a:solidFill>
                  <a:srgbClr val="FFFFFF"/>
                </a:solidFill>
              </a:rPr>
              <a:t>Benefits of Using ScannerInput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63B45F-2C5F-D7CB-0D36-6615A0A084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19938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9" name="Rectangle 8198">
            <a:extLst>
              <a:ext uri="{FF2B5EF4-FFF2-40B4-BE49-F238E27FC236}">
                <a16:creationId xmlns:a16="http://schemas.microsoft.com/office/drawing/2014/main" id="{49B447FE-DDA9-4B30-828A-59FC56912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1" name="Rectangle 8200">
            <a:extLst>
              <a:ext uri="{FF2B5EF4-FFF2-40B4-BE49-F238E27FC236}">
                <a16:creationId xmlns:a16="http://schemas.microsoft.com/office/drawing/2014/main" id="{C3D487F7-9050-4871-B351-34A72ADB2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63" y="-1"/>
            <a:ext cx="457200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3" name="Rectangle 8202">
            <a:extLst>
              <a:ext uri="{FF2B5EF4-FFF2-40B4-BE49-F238E27FC236}">
                <a16:creationId xmlns:a16="http://schemas.microsoft.com/office/drawing/2014/main" id="{F43C27DD-EF6A-4C48-9669-C2970E71A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971913" y="1314451"/>
            <a:ext cx="6858003" cy="4229101"/>
          </a:xfrm>
          <a:prstGeom prst="rect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71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05" name="Rectangle 8204">
            <a:extLst>
              <a:ext uri="{FF2B5EF4-FFF2-40B4-BE49-F238E27FC236}">
                <a16:creationId xmlns:a16="http://schemas.microsoft.com/office/drawing/2014/main" id="{05A1AA86-B7E6-4C02-AA34-F1A25CD4C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5638" y="2217950"/>
            <a:ext cx="4577638" cy="464004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07" name="Oval 8206">
            <a:extLst>
              <a:ext uri="{FF2B5EF4-FFF2-40B4-BE49-F238E27FC236}">
                <a16:creationId xmlns:a16="http://schemas.microsoft.com/office/drawing/2014/main" id="{86C3B9CB-4E48-4726-B7B9-9E02F71B1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137312">
            <a:off x="-156132" y="1791483"/>
            <a:ext cx="4640488" cy="3480366"/>
          </a:xfrm>
          <a:prstGeom prst="ellipse">
            <a:avLst/>
          </a:prstGeom>
          <a:gradFill>
            <a:gsLst>
              <a:gs pos="53000">
                <a:schemeClr val="accent1">
                  <a:alpha val="0"/>
                </a:schemeClr>
              </a:gs>
              <a:gs pos="100000">
                <a:schemeClr val="accent1">
                  <a:lumMod val="40000"/>
                  <a:lumOff val="60000"/>
                  <a:alpha val="1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09" name="Rectangle 8208">
            <a:extLst>
              <a:ext uri="{FF2B5EF4-FFF2-40B4-BE49-F238E27FC236}">
                <a16:creationId xmlns:a16="http://schemas.microsoft.com/office/drawing/2014/main" id="{C84384FE-1C88-4CAA-8FB8-2313A3AE7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5639" y="0"/>
            <a:ext cx="4577639" cy="6870700"/>
          </a:xfrm>
          <a:prstGeom prst="rect">
            <a:avLst/>
          </a:prstGeom>
          <a:gradFill>
            <a:gsLst>
              <a:gs pos="24000">
                <a:schemeClr val="accent1">
                  <a:alpha val="0"/>
                </a:schemeClr>
              </a:gs>
              <a:gs pos="100000">
                <a:srgbClr val="000000">
                  <a:alpha val="71000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802341" y="2654490"/>
            <a:ext cx="3425764" cy="32203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b="1">
                <a:ln w="11430"/>
                <a:solidFill>
                  <a:srgbClr val="FFFFFF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j-lt"/>
                <a:ea typeface="+mj-ea"/>
                <a:cs typeface="+mj-cs"/>
              </a:rPr>
              <a:t>Any Questions?</a:t>
            </a:r>
          </a:p>
        </p:txBody>
      </p:sp>
      <p:pic>
        <p:nvPicPr>
          <p:cNvPr id="8194" name="Picture 2" descr="C:\Users\Siobhan\AppData\Local\Microsoft\Windows\Temporary Internet Files\Content.IE5\D6SFLNVW\questions-2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4" r="22581"/>
          <a:stretch/>
        </p:blipFill>
        <p:spPr bwMode="auto">
          <a:xfrm>
            <a:off x="4914899" y="457200"/>
            <a:ext cx="3886201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0381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371</Words>
  <Application>Microsoft Office PowerPoint</Application>
  <PresentationFormat>On-screen Show (4:3)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Introducing the ScannerInput Class</vt:lpstr>
      <vt:lpstr>Recap: Scanner for User Input</vt:lpstr>
      <vt:lpstr>Common Problems with Scanner</vt:lpstr>
      <vt:lpstr>Solution: ScannerInput Class</vt:lpstr>
      <vt:lpstr>How ScannerInput Works</vt:lpstr>
      <vt:lpstr>Key Methods in ScannerInput</vt:lpstr>
      <vt:lpstr>Code Example</vt:lpstr>
      <vt:lpstr>Example Usage of ScannerInput</vt:lpstr>
      <vt:lpstr>Validation Example</vt:lpstr>
      <vt:lpstr>Benefits of Using ScannerInput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the ScannerInput Class</dc:title>
  <dc:subject/>
  <dc:creator/>
  <cp:keywords/>
  <dc:description>generated using python-pptx</dc:description>
  <cp:lastModifiedBy>Siobhan Roche</cp:lastModifiedBy>
  <cp:revision>5</cp:revision>
  <dcterms:created xsi:type="dcterms:W3CDTF">2013-01-27T09:14:16Z</dcterms:created>
  <dcterms:modified xsi:type="dcterms:W3CDTF">2025-02-09T21:19:28Z</dcterms:modified>
  <cp:category/>
</cp:coreProperties>
</file>