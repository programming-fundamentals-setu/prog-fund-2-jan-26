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538" r:id="rId3"/>
    <p:sldId id="559" r:id="rId4"/>
    <p:sldId id="606" r:id="rId5"/>
    <p:sldId id="607" r:id="rId6"/>
    <p:sldId id="608" r:id="rId7"/>
    <p:sldId id="609" r:id="rId8"/>
    <p:sldId id="610" r:id="rId9"/>
    <p:sldId id="612" r:id="rId10"/>
    <p:sldId id="604" r:id="rId11"/>
    <p:sldId id="570" r:id="rId12"/>
    <p:sldId id="542" r:id="rId13"/>
    <p:sldId id="569" r:id="rId14"/>
    <p:sldId id="573" r:id="rId15"/>
    <p:sldId id="596" r:id="rId16"/>
    <p:sldId id="613" r:id="rId17"/>
    <p:sldId id="614" r:id="rId18"/>
    <p:sldId id="615" r:id="rId19"/>
    <p:sldId id="617" r:id="rId20"/>
    <p:sldId id="616" r:id="rId21"/>
    <p:sldId id="618" r:id="rId22"/>
    <p:sldId id="619" r:id="rId23"/>
    <p:sldId id="620" r:id="rId24"/>
    <p:sldId id="621" r:id="rId25"/>
    <p:sldId id="622" r:id="rId26"/>
    <p:sldId id="611" r:id="rId27"/>
    <p:sldId id="605" r:id="rId28"/>
    <p:sldId id="587" r:id="rId29"/>
    <p:sldId id="392" r:id="rId30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4660"/>
  </p:normalViewPr>
  <p:slideViewPr>
    <p:cSldViewPr>
      <p:cViewPr varScale="1">
        <p:scale>
          <a:sx n="69" d="100"/>
          <a:sy n="69" d="100"/>
        </p:scale>
        <p:origin x="408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23/02/2024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574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Test Driven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85800" y="3124200"/>
            <a:ext cx="1082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</a:t>
            </a:r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Meagher</a:t>
            </a:r>
          </a:p>
          <a:p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More JUnit Tests for the Shop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CBC3E-D709-9D77-0716-95CEF119AAB4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9895770C-34DF-6F77-4552-37D1D9823B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37818"/>
            <a:ext cx="10972800" cy="4525963"/>
          </a:xfrm>
        </p:spPr>
        <p:txBody>
          <a:bodyPr>
            <a:normAutofit/>
          </a:bodyPr>
          <a:lstStyle/>
          <a:p>
            <a:r>
              <a:rPr lang="en-IE" dirty="0"/>
              <a:t>Product and ProductTest.java</a:t>
            </a:r>
          </a:p>
          <a:p>
            <a:endParaRPr lang="en-IE" dirty="0"/>
          </a:p>
          <a:p>
            <a:r>
              <a:rPr lang="en-IE" dirty="0"/>
              <a:t>JUnit Testing of </a:t>
            </a:r>
            <a:r>
              <a:rPr lang="en-IE" dirty="0" err="1"/>
              <a:t>Store.java</a:t>
            </a:r>
            <a:endParaRPr lang="en-IE" dirty="0"/>
          </a:p>
          <a:p>
            <a:endParaRPr lang="en-IE" dirty="0"/>
          </a:p>
          <a:p>
            <a:r>
              <a:rPr lang="en-IE" dirty="0"/>
              <a:t>Testing Driver.java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7818"/>
            <a:ext cx="5486400" cy="571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392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3487" y="-86685"/>
            <a:ext cx="3313540" cy="1143000"/>
          </a:xfrm>
        </p:spPr>
        <p:txBody>
          <a:bodyPr/>
          <a:lstStyle/>
          <a:p>
            <a:r>
              <a:rPr lang="en-IE" dirty="0"/>
              <a:t>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8" y="854095"/>
            <a:ext cx="7885492" cy="59093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utils.Utilities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2533957-5ED7-4075-B9D8-11A5380C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275" y="66373"/>
            <a:ext cx="5377947" cy="41857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validRange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A6212CE-4C23-462D-884D-A04097769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085749"/>
            <a:ext cx="3351687" cy="26776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4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isInCurrentProductLine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675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51B654-8476-43D8-B1F9-A2C390AB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95CF16-B786-42A8-B730-87FCC017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6" y="846002"/>
            <a:ext cx="4070554" cy="4411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A899D5E-5458-4EAA-B24E-4821FBB3B3AF}"/>
              </a:ext>
            </a:extLst>
          </p:cNvPr>
          <p:cNvSpPr txBox="1">
            <a:spLocks/>
          </p:cNvSpPr>
          <p:nvPr/>
        </p:nvSpPr>
        <p:spPr>
          <a:xfrm>
            <a:off x="93487" y="-86685"/>
            <a:ext cx="33135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/>
              <a:t>Product.java</a:t>
            </a:r>
            <a:endParaRPr lang="en-IE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2DEDEEA-9E22-4DCD-8D96-E7ED7BE8B785}"/>
              </a:ext>
            </a:extLst>
          </p:cNvPr>
          <p:cNvSpPr/>
          <p:nvPr/>
        </p:nvSpPr>
        <p:spPr>
          <a:xfrm>
            <a:off x="5615363" y="3086100"/>
            <a:ext cx="175260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4A3938F-04EE-45E8-A905-BF44AD37081B}"/>
              </a:ext>
            </a:extLst>
          </p:cNvPr>
          <p:cNvSpPr txBox="1">
            <a:spLocks/>
          </p:cNvSpPr>
          <p:nvPr/>
        </p:nvSpPr>
        <p:spPr>
          <a:xfrm>
            <a:off x="7924801" y="0"/>
            <a:ext cx="39340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ProductTest.java</a:t>
            </a:r>
          </a:p>
        </p:txBody>
      </p:sp>
    </p:spTree>
    <p:extLst>
      <p:ext uri="{BB962C8B-B14F-4D97-AF65-F5344CB8AC3E}">
        <p14:creationId xmlns:p14="http://schemas.microsoft.com/office/powerpoint/2010/main" val="1679478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A899D5E-5458-4EAA-B24E-4821FBB3B3AF}"/>
              </a:ext>
            </a:extLst>
          </p:cNvPr>
          <p:cNvSpPr txBox="1">
            <a:spLocks/>
          </p:cNvSpPr>
          <p:nvPr/>
        </p:nvSpPr>
        <p:spPr>
          <a:xfrm>
            <a:off x="93486" y="-86685"/>
            <a:ext cx="39340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ProductTest.java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5A4B8-8DA5-4A9A-B5A6-1695ED3ED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25226"/>
            <a:ext cx="7054459" cy="5811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C2FE6D-1ECF-4B65-A57F-07E22AE6C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144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E1421B-2EEC-4DF8-827B-56CF3615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6" y="1729296"/>
            <a:ext cx="7938312" cy="4900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305800" y="4191000"/>
            <a:ext cx="16764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28981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215422" y="1828800"/>
            <a:ext cx="3062178" cy="1143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AF5180-5DDA-4F22-80E4-AC85C30D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2400"/>
            <a:ext cx="6507536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219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001000" y="2971800"/>
            <a:ext cx="3276600" cy="1295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8FF36-4139-4AA3-93F1-3647F7F30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7" y="210504"/>
            <a:ext cx="7748431" cy="6329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356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301E8-6816-48B7-AA21-EEEA2C5E6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891889" cy="655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196088" y="4584725"/>
            <a:ext cx="2167112" cy="368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454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37818"/>
            <a:ext cx="10972800" cy="4525963"/>
          </a:xfrm>
        </p:spPr>
        <p:txBody>
          <a:bodyPr>
            <a:normAutofit/>
          </a:bodyPr>
          <a:lstStyle/>
          <a:p>
            <a:r>
              <a:rPr lang="en-IE" dirty="0"/>
              <a:t>Product and ProductTest.java</a:t>
            </a:r>
          </a:p>
          <a:p>
            <a:endParaRPr lang="en-IE" dirty="0"/>
          </a:p>
          <a:p>
            <a:r>
              <a:rPr lang="en-IE" dirty="0"/>
              <a:t>JUnit Testing of </a:t>
            </a:r>
            <a:r>
              <a:rPr lang="en-IE" dirty="0" err="1"/>
              <a:t>Store.java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Testing Driver.java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590800"/>
            <a:ext cx="9932043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410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1400" y="3048000"/>
            <a:ext cx="26670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We will look at writing tests for a few of these methods.</a:t>
            </a:r>
            <a:endParaRPr lang="en-IE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2E41B-2BF7-4DC0-B7F8-823ABD3B3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417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Open Store.java and call “Create Test”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994273"/>
            <a:ext cx="243840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Call the test class, </a:t>
            </a:r>
            <a:r>
              <a:rPr lang="en-IE" sz="2400" b="1" dirty="0" err="1"/>
              <a:t>StoreTest</a:t>
            </a:r>
            <a:endParaRPr lang="en-IE" sz="2400" b="1" dirty="0"/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4338802" y="2407529"/>
            <a:ext cx="1447800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585998" y="4692389"/>
            <a:ext cx="2200604" cy="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00402" y="3355718"/>
            <a:ext cx="2823998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Generate the default </a:t>
            </a:r>
            <a:r>
              <a:rPr lang="en-IE" sz="2400" b="1" dirty="0" err="1"/>
              <a:t>setUp</a:t>
            </a:r>
            <a:r>
              <a:rPr lang="en-IE" sz="2400" b="1" dirty="0"/>
              <a:t>() </a:t>
            </a:r>
            <a:r>
              <a:rPr lang="en-IE" sz="2400" dirty="0"/>
              <a:t>and </a:t>
            </a:r>
            <a:r>
              <a:rPr lang="en-IE" sz="2400" b="1" dirty="0" err="1"/>
              <a:t>tearDown</a:t>
            </a:r>
            <a:r>
              <a:rPr lang="en-IE" sz="2400" b="1" dirty="0"/>
              <a:t>() </a:t>
            </a:r>
            <a:r>
              <a:rPr lang="en-IE" sz="2400" dirty="0"/>
              <a:t>methods and also generate test methods for selected member methods.</a:t>
            </a:r>
            <a:endParaRPr lang="en-IE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3DE78B-F8AB-42BB-8A81-71B07E351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189" y="1513477"/>
            <a:ext cx="5541211" cy="5257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2965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947865" y="1676400"/>
            <a:ext cx="4347666" cy="2895600"/>
          </a:xfrm>
        </p:spPr>
        <p:txBody>
          <a:bodyPr/>
          <a:lstStyle/>
          <a:p>
            <a:r>
              <a:rPr lang="en-IE" dirty="0"/>
              <a:t>Generated StoreTest.java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63C8D0-4F45-43BF-B2DB-A8892711C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/>
          <a:stretch/>
        </p:blipFill>
        <p:spPr bwMode="auto">
          <a:xfrm>
            <a:off x="838200" y="228600"/>
            <a:ext cx="5357813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7106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add(Product)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436" y="3048000"/>
            <a:ext cx="25146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2A7224-C6D8-4FE6-9162-2F29EB74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236" y="3352800"/>
            <a:ext cx="4951740" cy="120032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2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add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product){</a:t>
            </a:r>
            <a:b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(product);</a:t>
            </a:r>
            <a:b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470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16A199-36E2-409C-BC5C-C201CB6E9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286000"/>
            <a:ext cx="6205032" cy="424731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addingToAnArrayListThatHasProductsIsSuccessful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addingToAnArrayListThatHasNoProductsIsSuccessful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CF677-536D-4114-BB9A-6FABF74557EB}"/>
              </a:ext>
            </a:extLst>
          </p:cNvPr>
          <p:cNvSpPr txBox="1"/>
          <p:nvPr/>
        </p:nvSpPr>
        <p:spPr>
          <a:xfrm>
            <a:off x="7086600" y="53340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testing add(Product)</a:t>
            </a:r>
            <a:endParaRPr lang="en-VI" sz="2800" dirty="0"/>
          </a:p>
        </p:txBody>
      </p:sp>
    </p:spTree>
    <p:extLst>
      <p:ext uri="{BB962C8B-B14F-4D97-AF65-F5344CB8AC3E}">
        <p14:creationId xmlns:p14="http://schemas.microsoft.com/office/powerpoint/2010/main" val="1112540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deleteProduct</a:t>
            </a:r>
            <a:r>
              <a:rPr lang="en-IE" dirty="0"/>
              <a:t>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6800" y="3868328"/>
            <a:ext cx="2667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2947B4-800B-4F85-9F25-F4A83278C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051232"/>
            <a:ext cx="5344155" cy="193899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deleteProduct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indexToDelete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isValidIndex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indexToDelete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.remove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indexToDelete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null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4287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5BFAFF-F5B3-49C0-BC91-069323756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895600"/>
            <a:ext cx="6616235" cy="369331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deletingAProductThatDoesNotExistReturnsNull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.deleteProduct(-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deletingAProductThatExistsDeletesAndReturnsDeletedObject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1B53-CE98-453C-95DC-5EDD8D1D136D}"/>
              </a:ext>
            </a:extLst>
          </p:cNvPr>
          <p:cNvSpPr txBox="1"/>
          <p:nvPr/>
        </p:nvSpPr>
        <p:spPr>
          <a:xfrm>
            <a:off x="6934200" y="970002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deleteProduct</a:t>
            </a:r>
            <a:r>
              <a:rPr lang="en-IE" sz="2400" dirty="0"/>
              <a:t>(Product)</a:t>
            </a:r>
            <a:endParaRPr lang="en-VI" sz="2400" dirty="0"/>
          </a:p>
        </p:txBody>
      </p:sp>
    </p:spTree>
    <p:extLst>
      <p:ext uri="{BB962C8B-B14F-4D97-AF65-F5344CB8AC3E}">
        <p14:creationId xmlns:p14="http://schemas.microsoft.com/office/powerpoint/2010/main" val="894590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updateProduct</a:t>
            </a:r>
            <a:endParaRPr lang="en-IE" dirty="0"/>
          </a:p>
        </p:txBody>
      </p:sp>
      <p:sp>
        <p:nvSpPr>
          <p:cNvPr id="3" name="Rectangle 2"/>
          <p:cNvSpPr/>
          <p:nvPr/>
        </p:nvSpPr>
        <p:spPr>
          <a:xfrm>
            <a:off x="1066800" y="4114800"/>
            <a:ext cx="472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785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updateProduct</a:t>
            </a:r>
            <a:endParaRPr lang="en-IE" dirty="0"/>
          </a:p>
        </p:txBody>
      </p:sp>
      <p:sp>
        <p:nvSpPr>
          <p:cNvPr id="3" name="Rectangle 2"/>
          <p:cNvSpPr/>
          <p:nvPr/>
        </p:nvSpPr>
        <p:spPr>
          <a:xfrm>
            <a:off x="1066800" y="4114800"/>
            <a:ext cx="472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43926A-1803-4BFF-B29B-FD9B2C6C6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52600"/>
            <a:ext cx="11714361" cy="427809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updateProduct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indexToUpdate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//find the product object by the index number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findProduct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indexToUpdate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//if the product exists, use the details passed in the 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updateDetails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parameter to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//update the found product in the 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ArrayList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true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//if the product was not found, return false, indicating that the update was not successful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56182D-00C6-4565-AB66-0FC94BE5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183" y="3159944"/>
            <a:ext cx="3976054" cy="3545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8DFD65-DE03-490F-B9D5-E0CCE96EA1F7}"/>
              </a:ext>
            </a:extLst>
          </p:cNvPr>
          <p:cNvSpPr/>
          <p:nvPr/>
        </p:nvSpPr>
        <p:spPr>
          <a:xfrm>
            <a:off x="8382000" y="5029200"/>
            <a:ext cx="3581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2769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65831B-9751-48F7-B484-B5E3D7A6F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278" y="1752600"/>
            <a:ext cx="6966522" cy="5047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updatingANoteThatExistsReturnsTrueAndUpdates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//check product index 2 exists and check the contents</a:t>
            </a:r>
            <a:b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).getProductName());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(-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).getProductCode());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).getUnitCost());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).isInCurrentProductLine());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//update product 2 with new information and ensure contents updated successfully</a:t>
            </a:r>
            <a:b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2000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).getProductName());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2000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).getProductCode());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).getUnitCost());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).isInCurrentProductLine());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updatingAProductThatDoesNotExistReturnsFalse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.updateProduct(-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14.49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1003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6D560-5591-4165-8409-358B10246BC5}"/>
              </a:ext>
            </a:extLst>
          </p:cNvPr>
          <p:cNvSpPr txBox="1"/>
          <p:nvPr/>
        </p:nvSpPr>
        <p:spPr>
          <a:xfrm>
            <a:off x="7086600" y="721668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updateProduct</a:t>
            </a:r>
            <a:endParaRPr lang="en-VI" sz="2400" dirty="0"/>
          </a:p>
        </p:txBody>
      </p:sp>
    </p:spTree>
    <p:extLst>
      <p:ext uri="{BB962C8B-B14F-4D97-AF65-F5344CB8AC3E}">
        <p14:creationId xmlns:p14="http://schemas.microsoft.com/office/powerpoint/2010/main" val="78571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listProduct</a:t>
            </a:r>
            <a:r>
              <a:rPr lang="en-IE" dirty="0"/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3581400"/>
            <a:ext cx="2667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5062FF-5336-4269-A240-78B5FA5D7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000" y="2743200"/>
            <a:ext cx="4740400" cy="280076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listProducts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.isEmpty())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"No products in the store"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listOfProducts =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 =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i &lt;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.size(); i++)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listOfProducts += i +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": "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.get(i) +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listOfProducts;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845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1B53-CE98-453C-95DC-5EDD8D1D136D}"/>
              </a:ext>
            </a:extLst>
          </p:cNvPr>
          <p:cNvSpPr txBox="1"/>
          <p:nvPr/>
        </p:nvSpPr>
        <p:spPr>
          <a:xfrm>
            <a:off x="6934200" y="970002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listProduct</a:t>
            </a:r>
            <a:r>
              <a:rPr lang="en-IE" sz="2400" dirty="0"/>
              <a:t>()</a:t>
            </a:r>
            <a:endParaRPr lang="en-VI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2C81F6-936C-42D3-9D96-183A5241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6800964" cy="353943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listProductsReturnsNoProductsStoredWhenArrayListIsEmpty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.listProducts().toLowerCase().contains(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"no products"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listProductsReturnsProductsWhenArrayListHasProductsStored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productsString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.listProducts();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productsString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productsString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productsString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8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findProduct</a:t>
            </a:r>
            <a:r>
              <a:rPr lang="en-IE" dirty="0"/>
              <a:t>(int)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3276600"/>
            <a:ext cx="2667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BC1A46-AABB-4925-912F-B6D91373E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955667"/>
            <a:ext cx="3773597" cy="175432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findProduct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index) 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(isValidIndex(index)) 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.get(index);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3924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1B53-CE98-453C-95DC-5EDD8D1D136D}"/>
              </a:ext>
            </a:extLst>
          </p:cNvPr>
          <p:cNvSpPr txBox="1"/>
          <p:nvPr/>
        </p:nvSpPr>
        <p:spPr>
          <a:xfrm>
            <a:off x="6934200" y="970002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findProduct</a:t>
            </a:r>
            <a:r>
              <a:rPr lang="en-IE" sz="2400" dirty="0"/>
              <a:t>(int)</a:t>
            </a:r>
            <a:endParaRPr lang="en-VI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F3C639-3780-437D-B97B-3F6E2005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995" y="2895600"/>
            <a:ext cx="5695405" cy="378565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findProductReturnsProductWhenIndexIsValid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findProductReturnsNullWhenIndexIsInValid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.findProduct(-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370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6E8B19-2712-4128-B3A2-EDD489C02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38200"/>
            <a:ext cx="10329049" cy="4086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8ADD46-E39B-476C-ACEC-0C76D357EF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83"/>
          <a:stretch/>
        </p:blipFill>
        <p:spPr>
          <a:xfrm>
            <a:off x="5921466" y="5181600"/>
            <a:ext cx="5592173" cy="99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679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839516-6AD4-4E28-B8A6-CF3F86315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1000"/>
            <a:ext cx="8077200" cy="6176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8ADD46-E39B-476C-ACEC-0C76D357EF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83"/>
          <a:stretch/>
        </p:blipFill>
        <p:spPr>
          <a:xfrm>
            <a:off x="6172200" y="228600"/>
            <a:ext cx="5592173" cy="99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2938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37818"/>
            <a:ext cx="10972800" cy="4525963"/>
          </a:xfrm>
        </p:spPr>
        <p:txBody>
          <a:bodyPr>
            <a:normAutofit/>
          </a:bodyPr>
          <a:lstStyle/>
          <a:p>
            <a:r>
              <a:rPr lang="en-IE" dirty="0"/>
              <a:t>Product and ProductTest.java</a:t>
            </a:r>
          </a:p>
          <a:p>
            <a:endParaRPr lang="en-IE" dirty="0"/>
          </a:p>
          <a:p>
            <a:r>
              <a:rPr lang="en-IE" dirty="0"/>
              <a:t>JUnit Testing of </a:t>
            </a:r>
            <a:r>
              <a:rPr lang="en-IE" dirty="0" err="1"/>
              <a:t>Store.java</a:t>
            </a:r>
            <a:endParaRPr lang="en-IE" dirty="0"/>
          </a:p>
          <a:p>
            <a:endParaRPr lang="en-IE" dirty="0"/>
          </a:p>
          <a:p>
            <a:r>
              <a:rPr lang="en-IE" dirty="0"/>
              <a:t>Testing Driver.java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3962400"/>
            <a:ext cx="5486400" cy="571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1880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Driver.java (and ScannerInput.java)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JUnit is not used to test the class that takes input from the console. </a:t>
            </a:r>
          </a:p>
          <a:p>
            <a:endParaRPr lang="en-IE" dirty="0"/>
          </a:p>
          <a:p>
            <a:r>
              <a:rPr lang="en-IE" dirty="0"/>
              <a:t>Why do you think this is?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0241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203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38401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6523</TotalTime>
  <Words>2325</Words>
  <Application>Microsoft Office PowerPoint</Application>
  <PresentationFormat>Widescreen</PresentationFormat>
  <Paragraphs>73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Gill Sans</vt:lpstr>
      <vt:lpstr>Helvetica Neue</vt:lpstr>
      <vt:lpstr>Helvetica Neue UltraLight</vt:lpstr>
      <vt:lpstr>JetBrains Mono</vt:lpstr>
      <vt:lpstr>Office Theme</vt:lpstr>
      <vt:lpstr>Test Driven Development</vt:lpstr>
      <vt:lpstr>Topic List</vt:lpstr>
      <vt:lpstr>Product.java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List</vt:lpstr>
      <vt:lpstr>Store.java</vt:lpstr>
      <vt:lpstr>Open Store.java and call “Create Test”</vt:lpstr>
      <vt:lpstr>Generated StoreTest.java</vt:lpstr>
      <vt:lpstr>Store.java – testing add(Product)</vt:lpstr>
      <vt:lpstr>PowerPoint Presentation</vt:lpstr>
      <vt:lpstr>Store.java – testing deleteProduct(Product)</vt:lpstr>
      <vt:lpstr>PowerPoint Presentation</vt:lpstr>
      <vt:lpstr>Store.java – testing updateProduct</vt:lpstr>
      <vt:lpstr>Store.java – testing updateProduct</vt:lpstr>
      <vt:lpstr>PowerPoint Presentation</vt:lpstr>
      <vt:lpstr>Store.java – testing listProduct()</vt:lpstr>
      <vt:lpstr>PowerPoint Presentation</vt:lpstr>
      <vt:lpstr>Store.java – testing findProduct(int)</vt:lpstr>
      <vt:lpstr>PowerPoint Presentation</vt:lpstr>
      <vt:lpstr>PowerPoint Presentation</vt:lpstr>
      <vt:lpstr>PowerPoint Presentation</vt:lpstr>
      <vt:lpstr>Topic List</vt:lpstr>
      <vt:lpstr>Driver.java (and ScannerInput.java)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184</cp:revision>
  <dcterms:created xsi:type="dcterms:W3CDTF">2006-08-16T00:00:00Z</dcterms:created>
  <dcterms:modified xsi:type="dcterms:W3CDTF">2024-02-23T10:06:35Z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