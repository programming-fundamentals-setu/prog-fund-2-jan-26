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25" r:id="rId2"/>
    <p:sldId id="649" r:id="rId3"/>
    <p:sldId id="705" r:id="rId4"/>
    <p:sldId id="711" r:id="rId5"/>
    <p:sldId id="707" r:id="rId6"/>
    <p:sldId id="706" r:id="rId7"/>
    <p:sldId id="647" r:id="rId8"/>
    <p:sldId id="709" r:id="rId9"/>
    <p:sldId id="710" r:id="rId10"/>
    <p:sldId id="347" r:id="rId11"/>
    <p:sldId id="5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0" autoAdjust="0"/>
    <p:restoredTop sz="89241" autoAdjust="0"/>
  </p:normalViewPr>
  <p:slideViewPr>
    <p:cSldViewPr>
      <p:cViewPr varScale="1">
        <p:scale>
          <a:sx n="112" d="100"/>
          <a:sy n="112" d="100"/>
        </p:scale>
        <p:origin x="107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02/02/2024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68558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47755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05094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3170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2193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590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6953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625600" y="1828800"/>
            <a:ext cx="9956800" cy="4267200"/>
          </a:xfrm>
        </p:spPr>
        <p:txBody>
          <a:bodyPr/>
          <a:lstStyle/>
          <a:p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24000" y="6426200"/>
            <a:ext cx="9245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Objects First with Java - A Practical Introduction using BlueJ, © David J. Barnes, Michael Kölling</a:t>
            </a:r>
          </a:p>
        </p:txBody>
      </p:sp>
    </p:spTree>
    <p:extLst>
      <p:ext uri="{BB962C8B-B14F-4D97-AF65-F5344CB8AC3E}">
        <p14:creationId xmlns:p14="http://schemas.microsoft.com/office/powerpoint/2010/main" val="62165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toString()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Short note on toString()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00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6CBE5-02CA-0AE8-4269-4EC4698CB231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C2E31E5-149D-3D78-CBBC-29B488F48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What if we wish to print out the contents of an object? </a:t>
            </a:r>
          </a:p>
          <a:p>
            <a:pPr marL="0" indent="0">
              <a:buNone/>
            </a:pPr>
            <a:endParaRPr lang="en-US" dirty="0"/>
          </a:p>
          <a:p>
            <a:r>
              <a:rPr lang="en-IE" dirty="0"/>
              <a:t>We could just use getters wherever we need to access the values? </a:t>
            </a:r>
            <a:br>
              <a:rPr lang="en-IE" dirty="0"/>
            </a:br>
            <a:r>
              <a:rPr lang="en-IE" dirty="0"/>
              <a:t>	</a:t>
            </a:r>
          </a:p>
          <a:p>
            <a:r>
              <a:rPr lang="en-IE" dirty="0"/>
              <a:t>We have a better way… 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toString()</a:t>
            </a:r>
          </a:p>
        </p:txBody>
      </p:sp>
    </p:spTree>
    <p:extLst>
      <p:ext uri="{BB962C8B-B14F-4D97-AF65-F5344CB8AC3E}">
        <p14:creationId xmlns:p14="http://schemas.microsoft.com/office/powerpoint/2010/main" val="369803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will start to write a toString() method for each class. </a:t>
            </a:r>
          </a:p>
          <a:p>
            <a:pPr lvl="1"/>
            <a:r>
              <a:rPr lang="en-US" dirty="0"/>
              <a:t>It will be public</a:t>
            </a:r>
          </a:p>
          <a:p>
            <a:pPr lvl="1"/>
            <a:r>
              <a:rPr lang="en-US" dirty="0"/>
              <a:t>It can be basic or complicated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IE" dirty="0"/>
              <a:t>Then other classes can get a ’string’ version of the object at any time. </a:t>
            </a:r>
            <a:br>
              <a:rPr lang="en-IE" dirty="0"/>
            </a:br>
            <a:r>
              <a:rPr lang="en-IE" dirty="0"/>
              <a:t>	</a:t>
            </a:r>
          </a:p>
          <a:p>
            <a:r>
              <a:rPr lang="en-IE" dirty="0"/>
              <a:t>This is useful if we wish to </a:t>
            </a:r>
          </a:p>
          <a:p>
            <a:pPr lvl="1"/>
            <a:r>
              <a:rPr lang="en-IE" dirty="0"/>
              <a:t>Examine an object’s value</a:t>
            </a:r>
          </a:p>
          <a:p>
            <a:pPr lvl="1"/>
            <a:r>
              <a:rPr lang="en-IE" dirty="0"/>
              <a:t>Print out an object for reporting purposes. 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7672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We will firstly write a toString() for a simple class (Spot)</a:t>
            </a:r>
          </a:p>
          <a:p>
            <a:pPr marL="0" indent="0">
              <a:buNone/>
            </a:pPr>
            <a:endParaRPr lang="en-US" dirty="0"/>
          </a:p>
          <a:p>
            <a:r>
              <a:rPr lang="en-IE" dirty="0"/>
              <a:t>Then we will develop a class (Spots) whose main function is to have an array of Spot.</a:t>
            </a:r>
          </a:p>
          <a:p>
            <a:pPr lvl="1"/>
            <a:r>
              <a:rPr lang="en-IE" dirty="0"/>
              <a:t>We will write a toString() for this collection</a:t>
            </a:r>
          </a:p>
          <a:p>
            <a:pPr lvl="1"/>
            <a:r>
              <a:rPr lang="en-IE" dirty="0"/>
              <a:t>This toString() uses the Spot toString()..	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1554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 1. Example of toString() in Spot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AB2773-9766-8346-B7CC-6ACB4806E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828800"/>
            <a:ext cx="6511610" cy="3886200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3962400" y="6248400"/>
            <a:ext cx="3802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Simple Spot Class – Note the toString()</a:t>
            </a:r>
          </a:p>
        </p:txBody>
      </p:sp>
    </p:spTree>
    <p:extLst>
      <p:ext uri="{BB962C8B-B14F-4D97-AF65-F5344CB8AC3E}">
        <p14:creationId xmlns:p14="http://schemas.microsoft.com/office/powerpoint/2010/main" val="235302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 1. Using toString()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3962400" y="6248400"/>
            <a:ext cx="2815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Driver Class using toString()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932FF-2C86-4E4A-A286-873DA8B1A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1" y="2085987"/>
            <a:ext cx="7551275" cy="2562213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>
                <a:alpha val="43137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5229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 2. Example of toString() for a collection of Spots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AB2773-9766-8346-B7CC-6ACB4806E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828800"/>
            <a:ext cx="6511610" cy="3886200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3962400" y="6248400"/>
            <a:ext cx="4967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Simple Spot Class – Note the toString() (no change)</a:t>
            </a:r>
          </a:p>
        </p:txBody>
      </p:sp>
    </p:spTree>
    <p:extLst>
      <p:ext uri="{BB962C8B-B14F-4D97-AF65-F5344CB8AC3E}">
        <p14:creationId xmlns:p14="http://schemas.microsoft.com/office/powerpoint/2010/main" val="4229549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 2. We introduce Spots which contains an array of Spot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3962401" y="6248400"/>
            <a:ext cx="4697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Spots Class – Note the toString() – needs a loop)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C1E3D-83B3-AE4F-9806-BD49AFFC4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24000"/>
            <a:ext cx="6629400" cy="4434162"/>
          </a:xfrm>
          <a:prstGeom prst="rect">
            <a:avLst/>
          </a:prstGeom>
          <a:effectLst>
            <a:outerShdw blurRad="431544" dist="50800" dir="5400000" algn="ctr" rotWithShape="0">
              <a:srgbClr val="000000">
                <a:alpha val="7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5939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toString()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CE51A-A15B-C642-A026-E7F22A5061A2}"/>
              </a:ext>
            </a:extLst>
          </p:cNvPr>
          <p:cNvSpPr txBox="1"/>
          <p:nvPr/>
        </p:nvSpPr>
        <p:spPr>
          <a:xfrm>
            <a:off x="3962401" y="6248400"/>
            <a:ext cx="523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Driver Class using toString() on spots – note similarity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F602F3-5AC2-C94B-80F0-030E54AA2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81200"/>
            <a:ext cx="8348260" cy="2863770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>
                <a:alpha val="43137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9626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Reas</a:t>
            </a:r>
            <a:r>
              <a:rPr lang="en-IE" dirty="0"/>
              <a:t>, C. &amp; Fry, B. (2014) Processing – A Programming Handbook for Visual Designers and Artists, 2</a:t>
            </a:r>
            <a:r>
              <a:rPr lang="en-IE" baseline="30000" dirty="0"/>
              <a:t>nd</a:t>
            </a:r>
            <a:r>
              <a:rPr lang="en-IE" dirty="0"/>
              <a:t> Edition, MIT Press, London.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55011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5352</TotalTime>
  <Words>322</Words>
  <Application>Microsoft Macintosh PowerPoint</Application>
  <PresentationFormat>Widescreen</PresentationFormat>
  <Paragraphs>51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toString() in Java</vt:lpstr>
      <vt:lpstr>Why toString()</vt:lpstr>
      <vt:lpstr>toString()</vt:lpstr>
      <vt:lpstr>toString()</vt:lpstr>
      <vt:lpstr>Ex 1. Example of toString() in Spot</vt:lpstr>
      <vt:lpstr>Ex 1. Using toString()</vt:lpstr>
      <vt:lpstr>Ex 2. Example of toString() for a collection of Spots</vt:lpstr>
      <vt:lpstr>Ex 2. We introduce Spots which contains an array of Spot</vt:lpstr>
      <vt:lpstr>Using toString()</vt:lpstr>
      <vt:lpstr>Questions?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456</cp:revision>
  <cp:lastPrinted>2018-02-21T02:13:10Z</cp:lastPrinted>
  <dcterms:created xsi:type="dcterms:W3CDTF">2006-08-16T00:00:00Z</dcterms:created>
  <dcterms:modified xsi:type="dcterms:W3CDTF">2024-02-02T18:13:12Z</dcterms:modified>
</cp:coreProperties>
</file>