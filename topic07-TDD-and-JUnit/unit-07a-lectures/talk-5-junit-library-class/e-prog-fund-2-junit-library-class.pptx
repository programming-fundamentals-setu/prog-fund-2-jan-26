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538" r:id="rId3"/>
    <p:sldId id="559" r:id="rId4"/>
    <p:sldId id="606" r:id="rId5"/>
    <p:sldId id="607" r:id="rId6"/>
    <p:sldId id="608" r:id="rId7"/>
    <p:sldId id="609" r:id="rId8"/>
    <p:sldId id="610" r:id="rId9"/>
    <p:sldId id="612" r:id="rId10"/>
    <p:sldId id="604" r:id="rId11"/>
    <p:sldId id="570" r:id="rId12"/>
    <p:sldId id="542" r:id="rId13"/>
    <p:sldId id="569" r:id="rId14"/>
    <p:sldId id="573" r:id="rId15"/>
    <p:sldId id="596" r:id="rId16"/>
    <p:sldId id="613" r:id="rId17"/>
    <p:sldId id="614" r:id="rId18"/>
    <p:sldId id="615" r:id="rId19"/>
    <p:sldId id="617" r:id="rId20"/>
    <p:sldId id="616" r:id="rId21"/>
    <p:sldId id="618" r:id="rId22"/>
    <p:sldId id="619" r:id="rId23"/>
    <p:sldId id="620" r:id="rId24"/>
    <p:sldId id="621" r:id="rId25"/>
    <p:sldId id="622" r:id="rId26"/>
    <p:sldId id="611" r:id="rId27"/>
    <p:sldId id="605" r:id="rId28"/>
    <p:sldId id="587" r:id="rId29"/>
    <p:sldId id="392" r:id="rId30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20" autoAdjust="0"/>
    <p:restoredTop sz="94660"/>
  </p:normalViewPr>
  <p:slideViewPr>
    <p:cSldViewPr>
      <p:cViewPr varScale="1">
        <p:scale>
          <a:sx n="87" d="100"/>
          <a:sy n="87" d="100"/>
        </p:scale>
        <p:origin x="208" y="9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07/03/2026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95740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Test 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85800" y="3124200"/>
            <a:ext cx="10820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Dr.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More JUnit Tests for the Shop app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BCBC3E-D709-9D77-0716-95CEF119AAB4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9895770C-34DF-6F77-4552-37D1D9823BA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7818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Product and ProductTest.java</a:t>
            </a:r>
          </a:p>
          <a:p>
            <a:endParaRPr lang="en-IE" dirty="0"/>
          </a:p>
          <a:p>
            <a:r>
              <a:rPr lang="en-IE" dirty="0"/>
              <a:t>JUnit Testing of </a:t>
            </a:r>
            <a:r>
              <a:rPr lang="en-IE" dirty="0" err="1"/>
              <a:t>Store.java</a:t>
            </a:r>
            <a:endParaRPr lang="en-IE" dirty="0"/>
          </a:p>
          <a:p>
            <a:endParaRPr lang="en-IE" dirty="0"/>
          </a:p>
          <a:p>
            <a:r>
              <a:rPr lang="en-IE" dirty="0"/>
              <a:t>Testing Driver.java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637818"/>
            <a:ext cx="5486400" cy="571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392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93487" y="-86685"/>
            <a:ext cx="3313540" cy="1143000"/>
          </a:xfrm>
        </p:spPr>
        <p:txBody>
          <a:bodyPr/>
          <a:lstStyle/>
          <a:p>
            <a:r>
              <a:rPr lang="en-IE" dirty="0"/>
              <a:t>Product.java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2564B5D-2EA3-48DC-B94A-007399AE9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8" y="854095"/>
            <a:ext cx="7885492" cy="59093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package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models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utils.Utilities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-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Product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truncateString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toString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"Product description: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product code: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unit cost: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       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", currently in product line: "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booleanToYN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2533957-5ED7-4075-B9D8-11A5380C8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66373"/>
            <a:ext cx="5377947" cy="41857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validRange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Utilities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validateStringLength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void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FA6212CE-4C23-462D-884D-A0409776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085749"/>
            <a:ext cx="3351687" cy="267765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GB" altLang="en-VI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altLang="en-VI" sz="1400" dirty="0">
                <a:solidFill>
                  <a:srgbClr val="080808"/>
                </a:solidFill>
                <a:latin typeface="JetBrains Mono"/>
              </a:rPr>
              <a:t>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double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int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getProductCode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isInCurrentProductLine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GB" altLang="en-VI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675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51B654-8476-43D8-B1F9-A2C390AB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95CF16-B786-42A8-B730-87FCC0170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6" y="846002"/>
            <a:ext cx="4070554" cy="4411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A899D5E-5458-4EAA-B24E-4821FBB3B3AF}"/>
              </a:ext>
            </a:extLst>
          </p:cNvPr>
          <p:cNvSpPr txBox="1">
            <a:spLocks/>
          </p:cNvSpPr>
          <p:nvPr/>
        </p:nvSpPr>
        <p:spPr>
          <a:xfrm>
            <a:off x="93487" y="-86685"/>
            <a:ext cx="33135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/>
              <a:t>Product.java</a:t>
            </a:r>
            <a:endParaRPr lang="en-IE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2DEDEEA-9E22-4DCD-8D96-E7ED7BE8B785}"/>
              </a:ext>
            </a:extLst>
          </p:cNvPr>
          <p:cNvSpPr/>
          <p:nvPr/>
        </p:nvSpPr>
        <p:spPr>
          <a:xfrm>
            <a:off x="5615363" y="3086100"/>
            <a:ext cx="1752600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4A3938F-04EE-45E8-A905-BF44AD37081B}"/>
              </a:ext>
            </a:extLst>
          </p:cNvPr>
          <p:cNvSpPr txBox="1">
            <a:spLocks/>
          </p:cNvSpPr>
          <p:nvPr/>
        </p:nvSpPr>
        <p:spPr>
          <a:xfrm>
            <a:off x="7924801" y="0"/>
            <a:ext cx="39340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ProductTest.java</a:t>
            </a:r>
          </a:p>
        </p:txBody>
      </p:sp>
    </p:spTree>
    <p:extLst>
      <p:ext uri="{BB962C8B-B14F-4D97-AF65-F5344CB8AC3E}">
        <p14:creationId xmlns:p14="http://schemas.microsoft.com/office/powerpoint/2010/main" val="167947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A899D5E-5458-4EAA-B24E-4821FBB3B3AF}"/>
              </a:ext>
            </a:extLst>
          </p:cNvPr>
          <p:cNvSpPr txBox="1">
            <a:spLocks/>
          </p:cNvSpPr>
          <p:nvPr/>
        </p:nvSpPr>
        <p:spPr>
          <a:xfrm>
            <a:off x="93486" y="-86685"/>
            <a:ext cx="3934043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ProductTest.java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C5A4B8-8DA5-4A9A-B5A6-1695ED3ED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25226"/>
            <a:ext cx="7054459" cy="5811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C2FE6D-1ECF-4B65-A57F-07E22AE6C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144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E1421B-2EEC-4DF8-827B-56CF3615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86" y="1729296"/>
            <a:ext cx="7938312" cy="4900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305800" y="4191000"/>
            <a:ext cx="16764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328981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215422" y="1828800"/>
            <a:ext cx="3062178" cy="1143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AF5180-5DDA-4F22-80E4-AC85C30D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2400"/>
            <a:ext cx="6507536" cy="6629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219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001000" y="2971800"/>
            <a:ext cx="3276600" cy="12954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8FF36-4139-4AA3-93F1-3647F7F30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97" y="210504"/>
            <a:ext cx="7748431" cy="6329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356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301E8-6816-48B7-AA21-EEEA2C5E6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8891889" cy="6553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7D215-32F2-4A21-9674-4EB4AB72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901675"/>
            <a:ext cx="3934044" cy="50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4BA30A-0B32-4D79-89ED-35DDFFAC066D}"/>
              </a:ext>
            </a:extLst>
          </p:cNvPr>
          <p:cNvSpPr/>
          <p:nvPr/>
        </p:nvSpPr>
        <p:spPr>
          <a:xfrm>
            <a:off x="8196088" y="4584725"/>
            <a:ext cx="2167112" cy="368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I"/>
          </a:p>
        </p:txBody>
      </p:sp>
    </p:spTree>
    <p:extLst>
      <p:ext uri="{BB962C8B-B14F-4D97-AF65-F5344CB8AC3E}">
        <p14:creationId xmlns:p14="http://schemas.microsoft.com/office/powerpoint/2010/main" val="20454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7818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Product and ProductTest.java</a:t>
            </a:r>
          </a:p>
          <a:p>
            <a:endParaRPr lang="en-IE" dirty="0"/>
          </a:p>
          <a:p>
            <a:r>
              <a:rPr lang="en-IE" dirty="0"/>
              <a:t>JUnit Testing of </a:t>
            </a:r>
            <a:r>
              <a:rPr lang="en-IE" dirty="0" err="1"/>
              <a:t>Store.java</a:t>
            </a:r>
            <a:endParaRPr lang="en-IE" dirty="0"/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Testing Driver.java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2590800"/>
            <a:ext cx="9932043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4102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91400" y="3048000"/>
            <a:ext cx="2667000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We will look at writing tests for a few of these methods.</a:t>
            </a:r>
            <a:endParaRPr lang="en-IE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42E41B-2BF7-4DC0-B7F8-823ABD3B3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417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E" sz="3600" dirty="0"/>
              <a:t>Open Store.java and call “Create Test”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5000" y="1994273"/>
            <a:ext cx="2438400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Call the test class, </a:t>
            </a:r>
            <a:r>
              <a:rPr lang="en-IE" sz="2400" b="1" dirty="0" err="1"/>
              <a:t>StoreTest</a:t>
            </a:r>
            <a:endParaRPr lang="en-IE" sz="2400" b="1" dirty="0"/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4338802" y="2407529"/>
            <a:ext cx="1447800" cy="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585998" y="4692389"/>
            <a:ext cx="2200604" cy="1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00402" y="3355718"/>
            <a:ext cx="2823998" cy="26776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400" dirty="0"/>
              <a:t>Generate the default </a:t>
            </a:r>
            <a:r>
              <a:rPr lang="en-IE" sz="2400" b="1" dirty="0" err="1"/>
              <a:t>setUp</a:t>
            </a:r>
            <a:r>
              <a:rPr lang="en-IE" sz="2400" b="1" dirty="0"/>
              <a:t>() </a:t>
            </a:r>
            <a:r>
              <a:rPr lang="en-IE" sz="2400" dirty="0"/>
              <a:t>and </a:t>
            </a:r>
            <a:r>
              <a:rPr lang="en-IE" sz="2400" b="1" dirty="0" err="1"/>
              <a:t>tearDown</a:t>
            </a:r>
            <a:r>
              <a:rPr lang="en-IE" sz="2400" b="1" dirty="0"/>
              <a:t>() </a:t>
            </a:r>
            <a:r>
              <a:rPr lang="en-IE" sz="2400" dirty="0"/>
              <a:t>methods and also generate test methods for selected member methods.</a:t>
            </a:r>
            <a:endParaRPr lang="en-IE" sz="24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3DE78B-F8AB-42BB-8A81-71B07E351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1189" y="1513477"/>
            <a:ext cx="5541211" cy="5257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2296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947865" y="1676400"/>
            <a:ext cx="4347666" cy="2895600"/>
          </a:xfrm>
        </p:spPr>
        <p:txBody>
          <a:bodyPr/>
          <a:lstStyle/>
          <a:p>
            <a:r>
              <a:rPr lang="en-IE" dirty="0"/>
              <a:t>Generated StoreTest.java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63C8D0-4F45-43BF-B2DB-A8892711C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/>
          <a:stretch/>
        </p:blipFill>
        <p:spPr bwMode="auto">
          <a:xfrm>
            <a:off x="838200" y="228600"/>
            <a:ext cx="5357813" cy="640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7106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add(Product)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436" y="3048000"/>
            <a:ext cx="25146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2A7224-C6D8-4FE6-9162-2F29EB74E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8236" y="3352800"/>
            <a:ext cx="4951740" cy="120032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product){</a:t>
            </a:r>
            <a:b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2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2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(product);</a:t>
            </a:r>
            <a:b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4700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6A199-36E2-409C-BC5C-C201CB6E9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286000"/>
            <a:ext cx="6205032" cy="424731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addingToAnArrayListThatHasProductsIsSuccessful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addingToAnArrayListThatHasNoProductsIsSuccessful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CF677-536D-4114-BB9A-6FABF74557EB}"/>
              </a:ext>
            </a:extLst>
          </p:cNvPr>
          <p:cNvSpPr txBox="1"/>
          <p:nvPr/>
        </p:nvSpPr>
        <p:spPr>
          <a:xfrm>
            <a:off x="7086600" y="533400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800" dirty="0"/>
              <a:t>testing add(Product)</a:t>
            </a:r>
            <a:endParaRPr lang="en-VI" sz="2800" dirty="0"/>
          </a:p>
        </p:txBody>
      </p:sp>
    </p:spTree>
    <p:extLst>
      <p:ext uri="{BB962C8B-B14F-4D97-AF65-F5344CB8AC3E}">
        <p14:creationId xmlns:p14="http://schemas.microsoft.com/office/powerpoint/2010/main" val="1112540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deleteProduct</a:t>
            </a:r>
            <a:r>
              <a:rPr lang="en-IE" dirty="0"/>
              <a:t>(Product)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66800" y="3868328"/>
            <a:ext cx="2667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A2947B4-800B-4F85-9F25-F4A83278C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051232"/>
            <a:ext cx="5344155" cy="193899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deleteProduct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indexToDelete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isValidIndex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indexToDelete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.remove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indexToDelete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null</a:t>
            </a: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54287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5BFAFF-F5B3-49C0-BC91-069323756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2895600"/>
            <a:ext cx="6616235" cy="3693319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deletingAProductThatDoesNotExistReturnsNull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.deleteProduct(-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deletingAProductThatExistsDeletesAndReturnsDeletedObject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.deleteProduct(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1B53-CE98-453C-95DC-5EDD8D1D136D}"/>
              </a:ext>
            </a:extLst>
          </p:cNvPr>
          <p:cNvSpPr txBox="1"/>
          <p:nvPr/>
        </p:nvSpPr>
        <p:spPr>
          <a:xfrm>
            <a:off x="6934200" y="970002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deleteProduct</a:t>
            </a:r>
            <a:r>
              <a:rPr lang="en-IE" sz="2400" dirty="0"/>
              <a:t>(Product)</a:t>
            </a:r>
            <a:endParaRPr lang="en-VI" sz="2400" dirty="0"/>
          </a:p>
        </p:txBody>
      </p:sp>
    </p:spTree>
    <p:extLst>
      <p:ext uri="{BB962C8B-B14F-4D97-AF65-F5344CB8AC3E}">
        <p14:creationId xmlns:p14="http://schemas.microsoft.com/office/powerpoint/2010/main" val="894590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updateProduct</a:t>
            </a:r>
            <a:endParaRPr lang="en-IE" dirty="0"/>
          </a:p>
        </p:txBody>
      </p:sp>
      <p:sp>
        <p:nvSpPr>
          <p:cNvPr id="3" name="Rectangle 2"/>
          <p:cNvSpPr/>
          <p:nvPr/>
        </p:nvSpPr>
        <p:spPr>
          <a:xfrm>
            <a:off x="1066800" y="4114800"/>
            <a:ext cx="472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8078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updateProduct</a:t>
            </a:r>
            <a:endParaRPr lang="en-IE" dirty="0"/>
          </a:p>
        </p:txBody>
      </p:sp>
      <p:sp>
        <p:nvSpPr>
          <p:cNvPr id="3" name="Rectangle 2"/>
          <p:cNvSpPr/>
          <p:nvPr/>
        </p:nvSpPr>
        <p:spPr>
          <a:xfrm>
            <a:off x="1066800" y="4114800"/>
            <a:ext cx="4724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43926A-1803-4BFF-B29B-FD9B2C6C6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752600"/>
            <a:ext cx="11714361" cy="4278094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updateProduct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indexToUpdate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double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//find the product object by the index number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findProduct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indexToUpdate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//if the product exists, use the details passed in the 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updateDetails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parameter to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//update the found product in the </a:t>
            </a:r>
            <a:r>
              <a:rPr kumimoji="0" lang="en-VI" altLang="en-VI" sz="16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ArrayList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.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!=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productName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productCode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foundProduct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.setInCurrentProductLine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true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//if the product was not found, return false, indicating that the update was not successful</a:t>
            </a:r>
            <a:b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6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false</a:t>
            </a: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56182D-00C6-4565-AB66-0FC94BE5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183" y="3159944"/>
            <a:ext cx="3976054" cy="3545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88DFD65-DE03-490F-B9D5-E0CCE96EA1F7}"/>
              </a:ext>
            </a:extLst>
          </p:cNvPr>
          <p:cNvSpPr/>
          <p:nvPr/>
        </p:nvSpPr>
        <p:spPr>
          <a:xfrm>
            <a:off x="8382000" y="5029200"/>
            <a:ext cx="3581400" cy="2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2769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65831B-9751-48F7-B484-B5E3D7A6F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278" y="1752600"/>
            <a:ext cx="6966522" cy="504753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updatingANoteThatExistsReturnsTrueAndUpdates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//check product index 2 exists and check the contents</a:t>
            </a:r>
            <a:b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).getProductName());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(-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).getProductCode());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).getUnitCost());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).isInCurrentProductLine());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//update product 2 with new information and ensure contents updated successfully</a:t>
            </a:r>
            <a:b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).getProductName());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).getProductCode());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).getUnitCost());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).isInCurrentProductLine());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updatingAProductThatDoesNotExistReturnsFalse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.updateProduct(-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1002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14.49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4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.updateProduct(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"Updating Product"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1003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199.99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4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6D560-5591-4165-8409-358B10246BC5}"/>
              </a:ext>
            </a:extLst>
          </p:cNvPr>
          <p:cNvSpPr txBox="1"/>
          <p:nvPr/>
        </p:nvSpPr>
        <p:spPr>
          <a:xfrm>
            <a:off x="7086600" y="721668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updateProduct</a:t>
            </a:r>
            <a:endParaRPr lang="en-VI" sz="2400" dirty="0"/>
          </a:p>
        </p:txBody>
      </p:sp>
    </p:spTree>
    <p:extLst>
      <p:ext uri="{BB962C8B-B14F-4D97-AF65-F5344CB8AC3E}">
        <p14:creationId xmlns:p14="http://schemas.microsoft.com/office/powerpoint/2010/main" val="78571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listProduct</a:t>
            </a:r>
            <a:r>
              <a:rPr lang="en-IE" dirty="0"/>
              <a:t>()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3581400"/>
            <a:ext cx="2667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35062FF-5336-4269-A240-78B5FA5D7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000" y="2743200"/>
            <a:ext cx="4740400" cy="2800767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listProducts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.isEmpty())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 products in the store"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listOfProducts =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 =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i &lt;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.size(); i++)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listOfProducts += i +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 "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.get(i) +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\n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listOfProducts;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58453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1B53-CE98-453C-95DC-5EDD8D1D136D}"/>
              </a:ext>
            </a:extLst>
          </p:cNvPr>
          <p:cNvSpPr txBox="1"/>
          <p:nvPr/>
        </p:nvSpPr>
        <p:spPr>
          <a:xfrm>
            <a:off x="6934200" y="970002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listProduct</a:t>
            </a:r>
            <a:r>
              <a:rPr lang="en-IE" sz="2400" dirty="0"/>
              <a:t>()</a:t>
            </a:r>
            <a:endParaRPr lang="en-VI" sz="2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2C81F6-936C-42D3-9D96-183A5241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1800"/>
            <a:ext cx="6800964" cy="353943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listProductsReturnsNoProductsStoredWhenArrayListIsEmpty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.listProducts().toLowerCase().contains(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"no products"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listProductsReturnsProductsWhenArrayListHasProductsStored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 productsString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.listProducts();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productsString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productsString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assertTrue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productsString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.contains(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Inches"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080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5513AE-D876-42FB-8DA1-99B7409A6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36" y="1676400"/>
            <a:ext cx="5257800" cy="4688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Store.java – testing </a:t>
            </a:r>
            <a:r>
              <a:rPr lang="en-IE" dirty="0" err="1"/>
              <a:t>findProduct</a:t>
            </a:r>
            <a:r>
              <a:rPr lang="en-IE" dirty="0"/>
              <a:t>(int)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3276600"/>
            <a:ext cx="26670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BC1A46-AABB-4925-912F-B6D91373E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955667"/>
            <a:ext cx="3773597" cy="1754326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findProduct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index) 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(isValidIndex(index)) {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.get(index);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 null</a:t>
            </a: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39240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6B73B0B2-0CE8-4883-A4AD-52E1056D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486400" cy="5078313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StoreTest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Store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Store();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@BeforeEach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setUp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19 chars, code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42Inches"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20 chars, code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true.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50 Inches"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21 chars, code 10000,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1000,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"Television 60 Inches."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1000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//name, 0 chars, code 9999,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unitCost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0, </a:t>
            </a:r>
            <a:r>
              <a:rPr kumimoji="0" lang="en-VI" altLang="en-VI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inCurrentProductLine</a:t>
            </a: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false.</a:t>
            </a:r>
            <a:b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en-VI" altLang="en-VI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Product(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9999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@AfterEach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   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tearDown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productExact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productZero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en-VI" altLang="en-VI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F51B53-CE98-453C-95DC-5EDD8D1D136D}"/>
              </a:ext>
            </a:extLst>
          </p:cNvPr>
          <p:cNvSpPr txBox="1"/>
          <p:nvPr/>
        </p:nvSpPr>
        <p:spPr>
          <a:xfrm>
            <a:off x="6934200" y="970002"/>
            <a:ext cx="4267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400" dirty="0"/>
              <a:t>testing </a:t>
            </a:r>
            <a:r>
              <a:rPr lang="en-IE" sz="2400" dirty="0" err="1"/>
              <a:t>findProduct</a:t>
            </a:r>
            <a:r>
              <a:rPr lang="en-IE" sz="2400" dirty="0"/>
              <a:t>(int)</a:t>
            </a:r>
            <a:endParaRPr lang="en-VI" sz="2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F3C639-3780-437D-B97B-3F6E2005F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995" y="2895600"/>
            <a:ext cx="5695405" cy="3785652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findProductReturnsProductWhenIndexIsValid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productBelow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productAbove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  <a:t>@Test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9E880D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findProductReturnsNullWhenIndexIsInValid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storeEmpty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assertEquals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.numberOfProducts());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.findProduct(-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en-VI" altLang="en-VI" sz="1600" b="0" i="1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assertNull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storeWithProducts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.findProduct(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en-VI" altLang="en-VI" sz="1600" b="0" i="0" u="none" strike="noStrike" cap="none" normalizeH="0" baseline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en-VI" altLang="en-VI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370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6E8B19-2712-4128-B3A2-EDD489C02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838200"/>
            <a:ext cx="10329049" cy="40864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8ADD46-E39B-476C-ACEC-0C76D357EF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83"/>
          <a:stretch/>
        </p:blipFill>
        <p:spPr>
          <a:xfrm>
            <a:off x="5921466" y="5181600"/>
            <a:ext cx="5592173" cy="99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6679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3839516-6AD4-4E28-B8A6-CF3F86315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81000"/>
            <a:ext cx="8077200" cy="61766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8ADD46-E39B-476C-ACEC-0C76D357EF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83"/>
          <a:stretch/>
        </p:blipFill>
        <p:spPr>
          <a:xfrm>
            <a:off x="6172200" y="228600"/>
            <a:ext cx="5592173" cy="990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2938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37818"/>
            <a:ext cx="10972800" cy="4525963"/>
          </a:xfrm>
        </p:spPr>
        <p:txBody>
          <a:bodyPr>
            <a:normAutofit/>
          </a:bodyPr>
          <a:lstStyle/>
          <a:p>
            <a:r>
              <a:rPr lang="en-IE" dirty="0"/>
              <a:t>Product and ProductTest.java</a:t>
            </a:r>
          </a:p>
          <a:p>
            <a:endParaRPr lang="en-IE" dirty="0"/>
          </a:p>
          <a:p>
            <a:r>
              <a:rPr lang="en-IE" dirty="0"/>
              <a:t>JUnit Testing of </a:t>
            </a:r>
            <a:r>
              <a:rPr lang="en-IE" dirty="0" err="1"/>
              <a:t>Store.java</a:t>
            </a:r>
            <a:endParaRPr lang="en-IE" dirty="0"/>
          </a:p>
          <a:p>
            <a:endParaRPr lang="en-IE" dirty="0"/>
          </a:p>
          <a:p>
            <a:r>
              <a:rPr lang="en-IE" dirty="0"/>
              <a:t>Testing Driver.java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3962400"/>
            <a:ext cx="5486400" cy="571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188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Driver.java (and ScannerInput.java)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JUnit is not used to test the class that takes input from the console. </a:t>
            </a:r>
          </a:p>
          <a:p>
            <a:endParaRPr lang="en-IE" dirty="0"/>
          </a:p>
          <a:p>
            <a:r>
              <a:rPr lang="en-IE" dirty="0"/>
              <a:t>Why do you think this is?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02416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2745</Words>
  <Application>Microsoft Macintosh PowerPoint</Application>
  <PresentationFormat>Widescreen</PresentationFormat>
  <Paragraphs>73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Gill Sans</vt:lpstr>
      <vt:lpstr>JetBrains Mono</vt:lpstr>
      <vt:lpstr>Office Theme</vt:lpstr>
      <vt:lpstr>Test Driven Development</vt:lpstr>
      <vt:lpstr>Topic List</vt:lpstr>
      <vt:lpstr>Product.java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List</vt:lpstr>
      <vt:lpstr>Store.java</vt:lpstr>
      <vt:lpstr>Open Store.java and call “Create Test”</vt:lpstr>
      <vt:lpstr>Generated StoreTest.java</vt:lpstr>
      <vt:lpstr>Store.java – testing add(Product)</vt:lpstr>
      <vt:lpstr>PowerPoint Presentation</vt:lpstr>
      <vt:lpstr>Store.java – testing deleteProduct(Product)</vt:lpstr>
      <vt:lpstr>PowerPoint Presentation</vt:lpstr>
      <vt:lpstr>Store.java – testing updateProduct</vt:lpstr>
      <vt:lpstr>Store.java – testing updateProduct</vt:lpstr>
      <vt:lpstr>PowerPoint Presentation</vt:lpstr>
      <vt:lpstr>Store.java – testing listProduct()</vt:lpstr>
      <vt:lpstr>PowerPoint Presentation</vt:lpstr>
      <vt:lpstr>Store.java – testing findProduct(int)</vt:lpstr>
      <vt:lpstr>PowerPoint Presentation</vt:lpstr>
      <vt:lpstr>PowerPoint Presentation</vt:lpstr>
      <vt:lpstr>PowerPoint Presentation</vt:lpstr>
      <vt:lpstr>Topic List</vt:lpstr>
      <vt:lpstr>Driver.java (and ScannerInput.java)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Mairead Meagher</cp:lastModifiedBy>
  <cp:revision>186</cp:revision>
  <dcterms:created xsi:type="dcterms:W3CDTF">2006-08-16T00:00:00Z</dcterms:created>
  <dcterms:modified xsi:type="dcterms:W3CDTF">2026-03-07T21:45:53Z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