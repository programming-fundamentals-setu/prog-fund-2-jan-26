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84" r:id="rId3"/>
    <p:sldId id="583" r:id="rId4"/>
  </p:sldIdLst>
  <p:sldSz cx="12192000" cy="6858000"/>
  <p:notesSz cx="6858000" cy="9144000"/>
  <p:defaultTextStyle>
    <a:defPPr>
      <a:defRPr lang="en-V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3C95C-67A1-4460-BE8D-0752F0372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5E6FDD-FB17-4307-A002-DC830A994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8910D-1772-4CBB-A13D-61278F39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8E633-5F0B-4FE6-9371-E60A9FD6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C1EAD-BAA1-49A5-9D5E-594D4060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27942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78AE-6B53-4D17-A443-F9555EA5E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A7F6D-2CA0-44D4-BAD6-A659BDF57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30B77-3A4C-469F-9087-6BCD916B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98FE4-7A6D-49DC-A768-1635567B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D83CD-7375-4835-A4AA-AE2685C8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14350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3942F-0346-4AFF-91BC-DCCFC29C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F77AC-DEFA-4DAC-8FD4-B583C683F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D8030-7992-4E82-9A35-D977CD54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5F0D3-097A-4760-93D9-408AF763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1B8CC-EB5C-4C8F-B5E3-4CC9D63F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27500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89CC-6CB5-41B3-B253-27D6E522F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ED17-AE72-4929-8ED0-D620D8303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7AB30-511D-46CF-B965-D6231EDCF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7644D-1AA1-4ECF-9690-6D4E921B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6B25A-CDBE-4954-9DBA-75818BE1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17150-7BA9-4389-8433-A6D097FF2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31517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D2298-A7ED-4FF3-A3BA-3694144B1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E65C3-B2E3-4DEC-8A0E-2D8A179EC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C591D-FCCB-408A-8A93-8CD87840E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A5331-BB18-40BF-AE7D-EE8817F41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5FA91-7FBE-4808-A67F-DE86407F1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E3DE9-0426-48F5-861C-4EAAE4F6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459F8-4305-4524-A671-CF4ECB6B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EFCBC6-4B10-41D3-B354-8C8517E2D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50886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5BFEC-F349-4546-87B1-588133D56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8D4D2B-664F-4BAF-9F48-CE25BA773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93FB8-5266-46BA-B87F-466AAABF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E828A-787C-44CC-A374-AE1F5C04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92117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396A9-C8E3-46CF-A130-8F8F00E7F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4B8ED3-A252-4D5F-AA7A-E4387AA96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50BAD-6C92-4C7D-BC0B-547E292B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51121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0F3A-556B-423A-8D25-61871943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45C0F-6B74-4CE5-83B4-3DF2DEB54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906C6-A4E2-4E3C-8EF7-14EFD0BDE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9392D-B7D5-44B1-A62B-E32A4C847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F3C16-99EE-4289-97D5-109A575E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1FD89-82FA-4BFC-A62D-810028E8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0940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598D8-CB10-4571-8686-35B6FE7C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878EEB-D238-45B0-BA81-FD7A88189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6E4FC-EE44-4285-BF47-FECD4A729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FED21-AD6C-49A2-84CB-F315BA93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668AC-632F-47FF-AFEB-8B7CD9C4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1AB69-3AE4-414B-8696-FD29CC71F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7369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CF74-DAAC-4A1E-8A94-F2191648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C4F8C-FE33-4159-AFF7-B59A51E79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CA26B-1C87-45F4-950C-3C15A2BA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DCB93-1030-4476-8DB5-1C5CFEC3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5B47D-CA2C-4AB9-A934-04192C77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87126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A3D06-0FD0-4985-A431-57DB0D34D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EDFE1-7252-43D4-BF0A-4137F360C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3C8F3-100A-4D89-AC5B-C7D4E36A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1D18-DAC6-4610-BE12-9525B521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23BC4-A88E-4FB7-80D0-1E97CA701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1292344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A8812-CF78-4FAA-A799-1A53CA0F7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A810C-7C53-4CC7-9707-6A25792EE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2B7D5-8B8D-4932-B602-76D040D800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0E260-4A2B-4368-BBA2-62AA664CCF47}" type="datetimeFigureOut">
              <a:rPr lang="en-VI" smtClean="0"/>
              <a:t>10/4/2021</a:t>
            </a:fld>
            <a:endParaRPr lang="en-V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310DD-C885-459D-B819-62D4F128F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0A6B0-AE31-4208-A44A-CE45BA7FC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C1CB4-6213-4D40-952B-FDA6BF99ABE3}" type="slidenum">
              <a:rPr lang="en-VI" smtClean="0"/>
              <a:t>‹#›</a:t>
            </a:fld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6037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29B0-5AED-4C64-9C0E-1511EA543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Persistence slides</a:t>
            </a:r>
            <a:endParaRPr lang="en-V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D9DA89-92BC-4E84-BBA5-6C749B406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dvd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502491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Library.java – testing save and load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5DC136-6A45-4028-A480-7528CB912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343" y="1600201"/>
            <a:ext cx="8645315" cy="5078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&lt;DVD&gt;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emptyDVDs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@BeforeEach</a:t>
            </a:r>
            <a:br>
              <a:rPr lang="en-US" altLang="en-US" sz="12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setUp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 Library object that will be empty at the beginning of each test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//An empty </a:t>
            </a:r>
            <a:r>
              <a:rPr lang="en-US" altLang="en-US" sz="12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DVDs created independently of the Library class.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//This will be used to compare with the </a:t>
            </a:r>
            <a:r>
              <a:rPr lang="en-US" altLang="en-US" sz="12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created in Library.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emptyDVDs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&lt;DVD&gt;();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 populated </a:t>
            </a:r>
            <a:r>
              <a:rPr lang="en-US" altLang="en-US" sz="12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DVDs created independently of the Library class.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//This will be used to compare with the </a:t>
            </a:r>
            <a:r>
              <a:rPr lang="en-US" altLang="en-US" sz="12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created in Library.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&lt;DVD&gt;();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Hobbit(Director)"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20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"The Steve Jobs Film"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19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DVD(</a:t>
            </a:r>
            <a:r>
              <a:rPr lang="en-US" altLang="en-US" sz="12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"Avatar: Directors Cut"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//title with 21 characters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dvd1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dvd2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.add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dvd3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 Library object that will be populated with three DVDs at the beginning of each test</a:t>
            </a:r>
            <a:b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200" b="1" dirty="0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.setDVDs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2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54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2905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Library.java – testing save and load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6A57E8-9DE6-4D3D-96B0-AAE920F4C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18930"/>
            <a:ext cx="8765541" cy="44935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@Test</a:t>
            </a:r>
            <a:br>
              <a:rPr lang="en-US" altLang="en-US" sz="1100" dirty="0">
                <a:solidFill>
                  <a:srgbClr val="8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testSaveAndLoad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sz="1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throws 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 {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//TESTING AN EMPTY ARRAYLIST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//--------------------------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//Saving a new library object with an empty </a:t>
            </a:r>
            <a:r>
              <a:rPr lang="en-US" altLang="en-US" sz="11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DVD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().size());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.save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//Load the file into another library object and compare it to </a:t>
            </a:r>
            <a:r>
              <a:rPr lang="en-US" altLang="en-US" sz="11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emptyDVDs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 library2 = </a:t>
            </a:r>
            <a:r>
              <a:rPr lang="en-US" altLang="en-US" sz="1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library2.load();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(library2.getDVDs().size(),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().size());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//TESTING A POPULATED ARRAYLIST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//-----------------------------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//Saving a library object with a populated </a:t>
            </a:r>
            <a:r>
              <a:rPr lang="en-US" altLang="en-US" sz="11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of DVD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().size());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.save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//Load the file into another library object and compare it to </a:t>
            </a:r>
            <a:r>
              <a:rPr lang="en-US" altLang="en-US" sz="1100" i="1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b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 library3 = </a:t>
            </a:r>
            <a:r>
              <a:rPr lang="en-US" altLang="en-US" sz="11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library3.load();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(library3.getDVDs().size(),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().size());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(library3.getDVDs().get(</a:t>
            </a:r>
            <a:r>
              <a:rPr lang="en-US" altLang="en-US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getTitle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().get(</a:t>
            </a:r>
            <a:r>
              <a:rPr lang="en-US" altLang="en-US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getTitle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100" i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assertEquals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(library3.getDVDs().get(</a:t>
            </a:r>
            <a:r>
              <a:rPr lang="en-US" altLang="en-US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getTitle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altLang="en-US" sz="1100" b="1" dirty="0" err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populatedLibrary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.getDVDs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().get(</a:t>
            </a:r>
            <a:r>
              <a:rPr lang="en-US" altLang="en-US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altLang="en-US" sz="11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getTitle</a:t>
            </a: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1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2060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Persistence slides</vt:lpstr>
      <vt:lpstr>Library.java – testing save and load</vt:lpstr>
      <vt:lpstr>Library.java – testing save and load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Persistence slides</dc:title>
  <dc:creator>Siobhan Drohan</dc:creator>
  <cp:lastModifiedBy>Siobhan Drohan</cp:lastModifiedBy>
  <cp:revision>1</cp:revision>
  <dcterms:created xsi:type="dcterms:W3CDTF">2021-10-04T19:00:00Z</dcterms:created>
  <dcterms:modified xsi:type="dcterms:W3CDTF">2021-10-04T19:00:14Z</dcterms:modified>
</cp:coreProperties>
</file>