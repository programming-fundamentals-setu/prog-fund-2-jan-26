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>
      <p:cViewPr varScale="1">
        <p:scale>
          <a:sx n="102" d="100"/>
          <a:sy n="102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73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5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4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99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7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5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3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9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1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91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ABEE8-5578-1644-99EF-8DA2346E6B44}" type="datetimeFigureOut">
              <a:rPr lang="en-US" smtClean="0"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450DC-53F8-0A4E-8964-B1BC2A9AE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1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2BB1F-126C-B44A-98B6-7B96C29AD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testing joke </a:t>
            </a:r>
            <a:br>
              <a:rPr lang="en-US" dirty="0"/>
            </a:br>
            <a:r>
              <a:rPr lang="en-US" dirty="0"/>
              <a:t>(seriously)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9A43F-A41F-234B-B907-ED1DC56AF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A Software Test engineer walks into a bar.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He orders a beer. 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Orders 0 beers.</a:t>
            </a:r>
            <a:endParaRPr lang="en-IE" sz="2800" dirty="0"/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Orders 999999999 beers. 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Orders a lizard. 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Orders -1 beers.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Orders a   </a:t>
            </a:r>
            <a:r>
              <a:rPr lang="en-IE" sz="2800" dirty="0" err="1">
                <a:solidFill>
                  <a:srgbClr val="1D1C1D"/>
                </a:solidFill>
                <a:latin typeface="Slack-Lato"/>
              </a:rPr>
              <a:t>asdfghjk</a:t>
            </a:r>
            <a:r>
              <a:rPr lang="en-IE" sz="2800" dirty="0">
                <a:solidFill>
                  <a:srgbClr val="1D1C1D"/>
                </a:solidFill>
                <a:latin typeface="Slack-Lato"/>
              </a:rPr>
              <a:t>.  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First real customer walks in and asks where the bathroom is.</a:t>
            </a:r>
          </a:p>
          <a:p>
            <a:r>
              <a:rPr lang="en-IE" sz="2800" dirty="0">
                <a:solidFill>
                  <a:srgbClr val="1D1C1D"/>
                </a:solidFill>
                <a:latin typeface="Slack-Lato"/>
              </a:rPr>
              <a:t>The bar bursts into flames, killing everyone.</a:t>
            </a: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79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{5F9F7281-34FC-B64E-B739-D5CB6EC2FA12}tf16401369</Template>
  <TotalTime>9</TotalTime>
  <Words>63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Slack-Lato</vt:lpstr>
      <vt:lpstr>Calibri Light</vt:lpstr>
      <vt:lpstr>Rockwell</vt:lpstr>
      <vt:lpstr>Wingdings</vt:lpstr>
      <vt:lpstr>Atlas</vt:lpstr>
      <vt:lpstr>A testing joke  (seriously)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testing joke  (seriously) </dc:title>
  <dc:creator>Mairead Meagher</dc:creator>
  <cp:lastModifiedBy>Mairead Meagher</cp:lastModifiedBy>
  <cp:revision>2</cp:revision>
  <dcterms:created xsi:type="dcterms:W3CDTF">2021-03-08T10:39:48Z</dcterms:created>
  <dcterms:modified xsi:type="dcterms:W3CDTF">2021-03-08T10:48:49Z</dcterms:modified>
</cp:coreProperties>
</file>