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82" r:id="rId3"/>
    <p:sldId id="283" r:id="rId4"/>
    <p:sldId id="284" r:id="rId5"/>
    <p:sldId id="285" r:id="rId6"/>
    <p:sldId id="295" r:id="rId7"/>
    <p:sldId id="310" r:id="rId8"/>
    <p:sldId id="303" r:id="rId9"/>
    <p:sldId id="306" r:id="rId10"/>
    <p:sldId id="309" r:id="rId11"/>
    <p:sldId id="305" r:id="rId12"/>
    <p:sldId id="308" r:id="rId13"/>
    <p:sldId id="293" r:id="rId14"/>
    <p:sldId id="287" r:id="rId15"/>
    <p:sldId id="288" r:id="rId16"/>
    <p:sldId id="291" r:id="rId17"/>
    <p:sldId id="294" r:id="rId18"/>
    <p:sldId id="321" r:id="rId19"/>
    <p:sldId id="322" r:id="rId20"/>
    <p:sldId id="259" r:id="rId21"/>
    <p:sldId id="266" r:id="rId22"/>
    <p:sldId id="311" r:id="rId23"/>
    <p:sldId id="323" r:id="rId24"/>
    <p:sldId id="30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F7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81" autoAdjust="0"/>
    <p:restoredTop sz="90621" autoAdjust="0"/>
  </p:normalViewPr>
  <p:slideViewPr>
    <p:cSldViewPr>
      <p:cViewPr varScale="1">
        <p:scale>
          <a:sx n="101" d="100"/>
          <a:sy n="101" d="100"/>
        </p:scale>
        <p:origin x="200" y="5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mailto:cdunphy@setu.ie" TargetMode="External"/><Relationship Id="rId2" Type="http://schemas.openxmlformats.org/officeDocument/2006/relationships/hyperlink" Target="mailto:siobhan.roche@setu.ie" TargetMode="External"/><Relationship Id="rId1" Type="http://schemas.openxmlformats.org/officeDocument/2006/relationships/hyperlink" Target="mailto:mairead.meagher@setu.ie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mailto:mairead.meagher@setu.ie" TargetMode="External"/><Relationship Id="rId2" Type="http://schemas.openxmlformats.org/officeDocument/2006/relationships/hyperlink" Target="mailto:cdunphy@setu.ie" TargetMode="External"/><Relationship Id="rId1" Type="http://schemas.openxmlformats.org/officeDocument/2006/relationships/hyperlink" Target="mailto:siobhan.roche@setu.ie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2F838F-8C32-454C-A009-6611E045B50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0B467B-F0F6-4DDE-B862-5435E49E463E}">
      <dgm:prSet phldrT="[Text]" custT="1"/>
      <dgm:spPr/>
      <dgm:t>
        <a:bodyPr/>
        <a:lstStyle/>
        <a:p>
          <a:pPr>
            <a:buNone/>
          </a:pPr>
          <a:r>
            <a:rPr lang="en-IE" sz="2800" dirty="0"/>
            <a:t>Siobhan Roche</a:t>
          </a:r>
          <a:endParaRPr lang="en-US" sz="1900" dirty="0"/>
        </a:p>
      </dgm:t>
    </dgm:pt>
    <dgm:pt modelId="{005A8E0F-068E-4B4F-90EF-2A654D50D2F2}" type="parTrans" cxnId="{6419DCC3-2806-47FE-A754-7EEF5874197F}">
      <dgm:prSet/>
      <dgm:spPr/>
      <dgm:t>
        <a:bodyPr/>
        <a:lstStyle/>
        <a:p>
          <a:endParaRPr lang="en-US"/>
        </a:p>
      </dgm:t>
    </dgm:pt>
    <dgm:pt modelId="{19EF5D3D-7451-4FA6-8734-3C0BF2A9A13D}" type="sibTrans" cxnId="{6419DCC3-2806-47FE-A754-7EEF5874197F}">
      <dgm:prSet/>
      <dgm:spPr/>
      <dgm:t>
        <a:bodyPr/>
        <a:lstStyle/>
        <a:p>
          <a:endParaRPr lang="en-US"/>
        </a:p>
      </dgm:t>
    </dgm:pt>
    <dgm:pt modelId="{8D76A181-87B2-4D15-9E6E-A755035C7FF0}">
      <dgm:prSet custT="1"/>
      <dgm:spPr/>
      <dgm:t>
        <a:bodyPr/>
        <a:lstStyle/>
        <a:p>
          <a:r>
            <a:rPr lang="en-IE" sz="2800" dirty="0"/>
            <a:t>Mairead Meagher</a:t>
          </a:r>
        </a:p>
      </dgm:t>
    </dgm:pt>
    <dgm:pt modelId="{6908435C-94B2-441D-A18A-2C7ACF79D48B}" type="parTrans" cxnId="{BCF79E61-3B2C-464E-8D12-795F6731C5A7}">
      <dgm:prSet/>
      <dgm:spPr/>
      <dgm:t>
        <a:bodyPr/>
        <a:lstStyle/>
        <a:p>
          <a:endParaRPr lang="en-US"/>
        </a:p>
      </dgm:t>
    </dgm:pt>
    <dgm:pt modelId="{65B56A89-4F26-4631-8B84-F3A9D3D78689}" type="sibTrans" cxnId="{BCF79E61-3B2C-464E-8D12-795F6731C5A7}">
      <dgm:prSet/>
      <dgm:spPr/>
      <dgm:t>
        <a:bodyPr/>
        <a:lstStyle/>
        <a:p>
          <a:endParaRPr lang="en-US"/>
        </a:p>
      </dgm:t>
    </dgm:pt>
    <dgm:pt modelId="{3601B6BF-79A2-4F7E-A659-BFB6E622349E}">
      <dgm:prSet custT="1"/>
      <dgm:spPr/>
      <dgm:t>
        <a:bodyPr/>
        <a:lstStyle/>
        <a:p>
          <a:r>
            <a:rPr lang="en-IE" sz="2800" dirty="0"/>
            <a:t>Groups : W3, W4</a:t>
          </a:r>
        </a:p>
      </dgm:t>
    </dgm:pt>
    <dgm:pt modelId="{F015161B-CA5A-43D3-89E5-BFE92B0B3FFC}" type="parTrans" cxnId="{09B7860A-3B53-496B-A4C4-F58F410F02FC}">
      <dgm:prSet/>
      <dgm:spPr/>
      <dgm:t>
        <a:bodyPr/>
        <a:lstStyle/>
        <a:p>
          <a:endParaRPr lang="en-US"/>
        </a:p>
      </dgm:t>
    </dgm:pt>
    <dgm:pt modelId="{993BF81A-C875-49AB-8F6C-D62BDD1EABBB}" type="sibTrans" cxnId="{09B7860A-3B53-496B-A4C4-F58F410F02FC}">
      <dgm:prSet/>
      <dgm:spPr/>
      <dgm:t>
        <a:bodyPr/>
        <a:lstStyle/>
        <a:p>
          <a:endParaRPr lang="en-US"/>
        </a:p>
      </dgm:t>
    </dgm:pt>
    <dgm:pt modelId="{B789B113-4D9E-413E-940A-A965752A69E9}">
      <dgm:prSet custT="1"/>
      <dgm:spPr/>
      <dgm:t>
        <a:bodyPr/>
        <a:lstStyle/>
        <a:p>
          <a:r>
            <a:rPr lang="en-IE" sz="2800" dirty="0"/>
            <a:t>Email: </a:t>
          </a:r>
          <a:r>
            <a:rPr lang="en-GB" sz="2800" b="0" i="0" dirty="0">
              <a:hlinkClick xmlns:r="http://schemas.openxmlformats.org/officeDocument/2006/relationships" r:id="rId1"/>
            </a:rPr>
            <a:t>mairead.meagher@setu.ie</a:t>
          </a:r>
          <a:r>
            <a:rPr lang="en-IE" sz="2800" b="0" i="0" dirty="0"/>
            <a:t> </a:t>
          </a:r>
          <a:endParaRPr lang="en-IE" sz="2800" dirty="0"/>
        </a:p>
      </dgm:t>
    </dgm:pt>
    <dgm:pt modelId="{35F859F1-BE91-4C39-9905-976B385CB616}" type="sibTrans" cxnId="{85706D4A-36CD-49A4-ACFD-799F9EFC9A7E}">
      <dgm:prSet/>
      <dgm:spPr/>
      <dgm:t>
        <a:bodyPr/>
        <a:lstStyle/>
        <a:p>
          <a:endParaRPr lang="en-US"/>
        </a:p>
      </dgm:t>
    </dgm:pt>
    <dgm:pt modelId="{422FF158-1C2D-4FE8-85E9-EC5E179570BF}" type="parTrans" cxnId="{85706D4A-36CD-49A4-ACFD-799F9EFC9A7E}">
      <dgm:prSet/>
      <dgm:spPr/>
      <dgm:t>
        <a:bodyPr/>
        <a:lstStyle/>
        <a:p>
          <a:endParaRPr lang="en-US"/>
        </a:p>
      </dgm:t>
    </dgm:pt>
    <dgm:pt modelId="{3CB5E735-2C66-4FBF-8E94-78DF6246C05B}">
      <dgm:prSet custT="1"/>
      <dgm:spPr/>
      <dgm:t>
        <a:bodyPr/>
        <a:lstStyle/>
        <a:p>
          <a:r>
            <a:rPr lang="en-IE" sz="2800" dirty="0"/>
            <a:t>Email: </a:t>
          </a:r>
          <a:r>
            <a:rPr lang="en-IE" sz="2800" dirty="0">
              <a:hlinkClick xmlns:r="http://schemas.openxmlformats.org/officeDocument/2006/relationships" r:id="rId2"/>
            </a:rPr>
            <a:t>siobhan.roche@setu.ie</a:t>
          </a:r>
          <a:r>
            <a:rPr lang="en-IE" sz="2800" dirty="0">
              <a:hlinkClick xmlns:r="http://schemas.openxmlformats.org/officeDocument/2006/relationships" r:id="rId3"/>
            </a:rPr>
            <a:t> </a:t>
          </a:r>
          <a:endParaRPr lang="en-IE" sz="2800" dirty="0"/>
        </a:p>
      </dgm:t>
    </dgm:pt>
    <dgm:pt modelId="{86B13B97-C854-498D-B45E-06D0F44074EE}" type="sibTrans" cxnId="{2BD23C78-90C7-4EE1-B2EE-59950851C9B4}">
      <dgm:prSet/>
      <dgm:spPr/>
      <dgm:t>
        <a:bodyPr/>
        <a:lstStyle/>
        <a:p>
          <a:endParaRPr lang="en-US"/>
        </a:p>
      </dgm:t>
    </dgm:pt>
    <dgm:pt modelId="{80F4F911-F5A2-47CB-9FC3-E2B37A216B59}" type="parTrans" cxnId="{2BD23C78-90C7-4EE1-B2EE-59950851C9B4}">
      <dgm:prSet/>
      <dgm:spPr/>
      <dgm:t>
        <a:bodyPr/>
        <a:lstStyle/>
        <a:p>
          <a:endParaRPr lang="en-US"/>
        </a:p>
      </dgm:t>
    </dgm:pt>
    <dgm:pt modelId="{800C748F-759C-437F-A77A-46AF93BCBE24}">
      <dgm:prSet custT="1"/>
      <dgm:spPr/>
      <dgm:t>
        <a:bodyPr/>
        <a:lstStyle/>
        <a:p>
          <a:r>
            <a:rPr lang="en-IE" sz="2800" dirty="0"/>
            <a:t>Groups : W1(Forensics and Physics), W2 </a:t>
          </a:r>
        </a:p>
      </dgm:t>
    </dgm:pt>
    <dgm:pt modelId="{06372F48-2236-4499-9F39-A95793D19164}" type="sibTrans" cxnId="{644EBD1D-8B32-4BB9-B56D-D1C203FF90E6}">
      <dgm:prSet/>
      <dgm:spPr/>
      <dgm:t>
        <a:bodyPr/>
        <a:lstStyle/>
        <a:p>
          <a:endParaRPr lang="en-US"/>
        </a:p>
      </dgm:t>
    </dgm:pt>
    <dgm:pt modelId="{14106CA9-9540-42DA-A909-952FA184F49C}" type="parTrans" cxnId="{644EBD1D-8B32-4BB9-B56D-D1C203FF90E6}">
      <dgm:prSet/>
      <dgm:spPr/>
      <dgm:t>
        <a:bodyPr/>
        <a:lstStyle/>
        <a:p>
          <a:endParaRPr lang="en-US"/>
        </a:p>
      </dgm:t>
    </dgm:pt>
    <dgm:pt modelId="{40CB01BD-E39E-4C58-B7B7-338368EE6A0F}" type="pres">
      <dgm:prSet presAssocID="{D62F838F-8C32-454C-A009-6611E045B501}" presName="linear" presStyleCnt="0">
        <dgm:presLayoutVars>
          <dgm:dir/>
          <dgm:animLvl val="lvl"/>
          <dgm:resizeHandles val="exact"/>
        </dgm:presLayoutVars>
      </dgm:prSet>
      <dgm:spPr/>
    </dgm:pt>
    <dgm:pt modelId="{E79E6B18-E084-49C3-B349-2AFC70390787}" type="pres">
      <dgm:prSet presAssocID="{5F0B467B-F0F6-4DDE-B862-5435E49E463E}" presName="parentLin" presStyleCnt="0"/>
      <dgm:spPr/>
    </dgm:pt>
    <dgm:pt modelId="{5C86C17F-39D4-4D10-A298-2BA1F700D177}" type="pres">
      <dgm:prSet presAssocID="{5F0B467B-F0F6-4DDE-B862-5435E49E463E}" presName="parentLeftMargin" presStyleLbl="node1" presStyleIdx="0" presStyleCnt="2"/>
      <dgm:spPr/>
    </dgm:pt>
    <dgm:pt modelId="{90478F0A-4166-4912-A626-F4FF9026B294}" type="pres">
      <dgm:prSet presAssocID="{5F0B467B-F0F6-4DDE-B862-5435E49E463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CF1710A-272B-4609-AC52-A211B93EF71D}" type="pres">
      <dgm:prSet presAssocID="{5F0B467B-F0F6-4DDE-B862-5435E49E463E}" presName="negativeSpace" presStyleCnt="0"/>
      <dgm:spPr/>
    </dgm:pt>
    <dgm:pt modelId="{2DFC4765-63D2-4CBA-AB85-CEE79ECD2ED7}" type="pres">
      <dgm:prSet presAssocID="{5F0B467B-F0F6-4DDE-B862-5435E49E463E}" presName="childText" presStyleLbl="conFgAcc1" presStyleIdx="0" presStyleCnt="2" custLinFactY="-698" custLinFactNeighborX="2679" custLinFactNeighborY="-100000">
        <dgm:presLayoutVars>
          <dgm:bulletEnabled val="1"/>
        </dgm:presLayoutVars>
      </dgm:prSet>
      <dgm:spPr/>
    </dgm:pt>
    <dgm:pt modelId="{585E01A8-392F-411B-8979-D6C28ED2ECFF}" type="pres">
      <dgm:prSet presAssocID="{19EF5D3D-7451-4FA6-8734-3C0BF2A9A13D}" presName="spaceBetweenRectangles" presStyleCnt="0"/>
      <dgm:spPr/>
    </dgm:pt>
    <dgm:pt modelId="{5E513F16-3D15-4610-AF15-E76EBA500245}" type="pres">
      <dgm:prSet presAssocID="{8D76A181-87B2-4D15-9E6E-A755035C7FF0}" presName="parentLin" presStyleCnt="0"/>
      <dgm:spPr/>
    </dgm:pt>
    <dgm:pt modelId="{0FE252FB-03E9-427F-A0B7-2B2E42D4D16B}" type="pres">
      <dgm:prSet presAssocID="{8D76A181-87B2-4D15-9E6E-A755035C7FF0}" presName="parentLeftMargin" presStyleLbl="node1" presStyleIdx="0" presStyleCnt="2"/>
      <dgm:spPr/>
    </dgm:pt>
    <dgm:pt modelId="{C4102802-4075-437B-8BD7-22D24FAB4788}" type="pres">
      <dgm:prSet presAssocID="{8D76A181-87B2-4D15-9E6E-A755035C7FF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8AC4560-2A1F-4189-8E23-B373BA8F1F92}" type="pres">
      <dgm:prSet presAssocID="{8D76A181-87B2-4D15-9E6E-A755035C7FF0}" presName="negativeSpace" presStyleCnt="0"/>
      <dgm:spPr/>
    </dgm:pt>
    <dgm:pt modelId="{239E2FAF-1211-4CE8-8DAD-5CCE862DCE1D}" type="pres">
      <dgm:prSet presAssocID="{8D76A181-87B2-4D15-9E6E-A755035C7FF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9B7860A-3B53-496B-A4C4-F58F410F02FC}" srcId="{8D76A181-87B2-4D15-9E6E-A755035C7FF0}" destId="{3601B6BF-79A2-4F7E-A659-BFB6E622349E}" srcOrd="0" destOrd="0" parTransId="{F015161B-CA5A-43D3-89E5-BFE92B0B3FFC}" sibTransId="{993BF81A-C875-49AB-8F6C-D62BDD1EABBB}"/>
    <dgm:cxn modelId="{644EBD1D-8B32-4BB9-B56D-D1C203FF90E6}" srcId="{5F0B467B-F0F6-4DDE-B862-5435E49E463E}" destId="{800C748F-759C-437F-A77A-46AF93BCBE24}" srcOrd="0" destOrd="0" parTransId="{14106CA9-9540-42DA-A909-952FA184F49C}" sibTransId="{06372F48-2236-4499-9F39-A95793D19164}"/>
    <dgm:cxn modelId="{385B6629-1294-4014-9192-C51BD51BF1F3}" type="presOf" srcId="{8D76A181-87B2-4D15-9E6E-A755035C7FF0}" destId="{0FE252FB-03E9-427F-A0B7-2B2E42D4D16B}" srcOrd="0" destOrd="0" presId="urn:microsoft.com/office/officeart/2005/8/layout/list1"/>
    <dgm:cxn modelId="{85706D4A-36CD-49A4-ACFD-799F9EFC9A7E}" srcId="{8D76A181-87B2-4D15-9E6E-A755035C7FF0}" destId="{B789B113-4D9E-413E-940A-A965752A69E9}" srcOrd="1" destOrd="0" parTransId="{422FF158-1C2D-4FE8-85E9-EC5E179570BF}" sibTransId="{35F859F1-BE91-4C39-9905-976B385CB616}"/>
    <dgm:cxn modelId="{BCF79E61-3B2C-464E-8D12-795F6731C5A7}" srcId="{D62F838F-8C32-454C-A009-6611E045B501}" destId="{8D76A181-87B2-4D15-9E6E-A755035C7FF0}" srcOrd="1" destOrd="0" parTransId="{6908435C-94B2-441D-A18A-2C7ACF79D48B}" sibTransId="{65B56A89-4F26-4631-8B84-F3A9D3D78689}"/>
    <dgm:cxn modelId="{401AFE72-3C44-4710-AF9D-46D71E308FBE}" type="presOf" srcId="{8D76A181-87B2-4D15-9E6E-A755035C7FF0}" destId="{C4102802-4075-437B-8BD7-22D24FAB4788}" srcOrd="1" destOrd="0" presId="urn:microsoft.com/office/officeart/2005/8/layout/list1"/>
    <dgm:cxn modelId="{2BD23C78-90C7-4EE1-B2EE-59950851C9B4}" srcId="{5F0B467B-F0F6-4DDE-B862-5435E49E463E}" destId="{3CB5E735-2C66-4FBF-8E94-78DF6246C05B}" srcOrd="1" destOrd="0" parTransId="{80F4F911-F5A2-47CB-9FC3-E2B37A216B59}" sibTransId="{86B13B97-C854-498D-B45E-06D0F44074EE}"/>
    <dgm:cxn modelId="{CE83C29B-E25A-4E46-AD9E-D5F34047D827}" type="presOf" srcId="{D62F838F-8C32-454C-A009-6611E045B501}" destId="{40CB01BD-E39E-4C58-B7B7-338368EE6A0F}" srcOrd="0" destOrd="0" presId="urn:microsoft.com/office/officeart/2005/8/layout/list1"/>
    <dgm:cxn modelId="{51A53EA2-B987-9842-9429-AFCD238E6964}" type="presOf" srcId="{B789B113-4D9E-413E-940A-A965752A69E9}" destId="{239E2FAF-1211-4CE8-8DAD-5CCE862DCE1D}" srcOrd="0" destOrd="1" presId="urn:microsoft.com/office/officeart/2005/8/layout/list1"/>
    <dgm:cxn modelId="{F22DF5AF-8307-43C1-8BD9-6E5FBBB2B3F8}" type="presOf" srcId="{5F0B467B-F0F6-4DDE-B862-5435E49E463E}" destId="{5C86C17F-39D4-4D10-A298-2BA1F700D177}" srcOrd="0" destOrd="0" presId="urn:microsoft.com/office/officeart/2005/8/layout/list1"/>
    <dgm:cxn modelId="{9E841CB4-CF6F-754B-A1E8-864AFAAF236E}" type="presOf" srcId="{3601B6BF-79A2-4F7E-A659-BFB6E622349E}" destId="{239E2FAF-1211-4CE8-8DAD-5CCE862DCE1D}" srcOrd="0" destOrd="0" presId="urn:microsoft.com/office/officeart/2005/8/layout/list1"/>
    <dgm:cxn modelId="{3D284DBF-ECC0-0042-84A4-DE7F9B817A97}" type="presOf" srcId="{800C748F-759C-437F-A77A-46AF93BCBE24}" destId="{2DFC4765-63D2-4CBA-AB85-CEE79ECD2ED7}" srcOrd="0" destOrd="0" presId="urn:microsoft.com/office/officeart/2005/8/layout/list1"/>
    <dgm:cxn modelId="{6419DCC3-2806-47FE-A754-7EEF5874197F}" srcId="{D62F838F-8C32-454C-A009-6611E045B501}" destId="{5F0B467B-F0F6-4DDE-B862-5435E49E463E}" srcOrd="0" destOrd="0" parTransId="{005A8E0F-068E-4B4F-90EF-2A654D50D2F2}" sibTransId="{19EF5D3D-7451-4FA6-8734-3C0BF2A9A13D}"/>
    <dgm:cxn modelId="{151F95CA-9282-42E1-B2C4-86D03B0F6A53}" type="presOf" srcId="{5F0B467B-F0F6-4DDE-B862-5435E49E463E}" destId="{90478F0A-4166-4912-A626-F4FF9026B294}" srcOrd="1" destOrd="0" presId="urn:microsoft.com/office/officeart/2005/8/layout/list1"/>
    <dgm:cxn modelId="{F900A7EB-F9D3-B843-8692-787BB242459B}" type="presOf" srcId="{3CB5E735-2C66-4FBF-8E94-78DF6246C05B}" destId="{2DFC4765-63D2-4CBA-AB85-CEE79ECD2ED7}" srcOrd="0" destOrd="1" presId="urn:microsoft.com/office/officeart/2005/8/layout/list1"/>
    <dgm:cxn modelId="{3F3C0710-68D6-416D-B65F-3B46F7F79DD9}" type="presParOf" srcId="{40CB01BD-E39E-4C58-B7B7-338368EE6A0F}" destId="{E79E6B18-E084-49C3-B349-2AFC70390787}" srcOrd="0" destOrd="0" presId="urn:microsoft.com/office/officeart/2005/8/layout/list1"/>
    <dgm:cxn modelId="{D11CBE3A-E85D-48DB-8338-E9ECEE7BCEE8}" type="presParOf" srcId="{E79E6B18-E084-49C3-B349-2AFC70390787}" destId="{5C86C17F-39D4-4D10-A298-2BA1F700D177}" srcOrd="0" destOrd="0" presId="urn:microsoft.com/office/officeart/2005/8/layout/list1"/>
    <dgm:cxn modelId="{FA1D69C5-16D5-4B1E-B50E-1BA3606EDB2A}" type="presParOf" srcId="{E79E6B18-E084-49C3-B349-2AFC70390787}" destId="{90478F0A-4166-4912-A626-F4FF9026B294}" srcOrd="1" destOrd="0" presId="urn:microsoft.com/office/officeart/2005/8/layout/list1"/>
    <dgm:cxn modelId="{FB052F1C-E2BC-4D16-9303-B19337EBB6BF}" type="presParOf" srcId="{40CB01BD-E39E-4C58-B7B7-338368EE6A0F}" destId="{8CF1710A-272B-4609-AC52-A211B93EF71D}" srcOrd="1" destOrd="0" presId="urn:microsoft.com/office/officeart/2005/8/layout/list1"/>
    <dgm:cxn modelId="{F72019AA-98C1-40D6-9D81-9AB4CD133854}" type="presParOf" srcId="{40CB01BD-E39E-4C58-B7B7-338368EE6A0F}" destId="{2DFC4765-63D2-4CBA-AB85-CEE79ECD2ED7}" srcOrd="2" destOrd="0" presId="urn:microsoft.com/office/officeart/2005/8/layout/list1"/>
    <dgm:cxn modelId="{84CD2EAF-3A51-4163-BCD8-2441C138E06B}" type="presParOf" srcId="{40CB01BD-E39E-4C58-B7B7-338368EE6A0F}" destId="{585E01A8-392F-411B-8979-D6C28ED2ECFF}" srcOrd="3" destOrd="0" presId="urn:microsoft.com/office/officeart/2005/8/layout/list1"/>
    <dgm:cxn modelId="{32CFF45B-7940-487D-86A4-71594DB19702}" type="presParOf" srcId="{40CB01BD-E39E-4C58-B7B7-338368EE6A0F}" destId="{5E513F16-3D15-4610-AF15-E76EBA500245}" srcOrd="4" destOrd="0" presId="urn:microsoft.com/office/officeart/2005/8/layout/list1"/>
    <dgm:cxn modelId="{0EE2AD46-9C80-476C-A81E-6405681243E9}" type="presParOf" srcId="{5E513F16-3D15-4610-AF15-E76EBA500245}" destId="{0FE252FB-03E9-427F-A0B7-2B2E42D4D16B}" srcOrd="0" destOrd="0" presId="urn:microsoft.com/office/officeart/2005/8/layout/list1"/>
    <dgm:cxn modelId="{1D60C6DB-EA28-447E-A11C-DF2EACC98C67}" type="presParOf" srcId="{5E513F16-3D15-4610-AF15-E76EBA500245}" destId="{C4102802-4075-437B-8BD7-22D24FAB4788}" srcOrd="1" destOrd="0" presId="urn:microsoft.com/office/officeart/2005/8/layout/list1"/>
    <dgm:cxn modelId="{8CF4DCFE-6776-44E6-A064-2F92E8F30482}" type="presParOf" srcId="{40CB01BD-E39E-4C58-B7B7-338368EE6A0F}" destId="{48AC4560-2A1F-4189-8E23-B373BA8F1F92}" srcOrd="5" destOrd="0" presId="urn:microsoft.com/office/officeart/2005/8/layout/list1"/>
    <dgm:cxn modelId="{37A27C7C-EDFA-4FDC-A41A-58EC5DAA39E8}" type="presParOf" srcId="{40CB01BD-E39E-4C58-B7B7-338368EE6A0F}" destId="{239E2FAF-1211-4CE8-8DAD-5CCE862DCE1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AF6AD9-527A-4F8D-AF7E-E3077882F044}" type="doc">
      <dgm:prSet loTypeId="urn:microsoft.com/office/officeart/2005/8/layout/hierarchy4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2038BDC-F1D8-42DD-88FD-CBD1197E4000}">
      <dgm:prSet phldrT="[Text]"/>
      <dgm:spPr>
        <a:solidFill>
          <a:srgbClr val="002060"/>
        </a:solidFill>
      </dgm:spPr>
      <dgm:t>
        <a:bodyPr/>
        <a:lstStyle/>
        <a:p>
          <a:r>
            <a:rPr lang="en-US" dirty="0"/>
            <a:t>12 weeks of delivery</a:t>
          </a:r>
        </a:p>
      </dgm:t>
    </dgm:pt>
    <dgm:pt modelId="{5C998AE2-0A30-41CA-88B7-4212E3E978E1}" type="parTrans" cxnId="{9F97F4EC-4DDC-4CF4-99CC-DE4B7488EB5F}">
      <dgm:prSet/>
      <dgm:spPr/>
      <dgm:t>
        <a:bodyPr/>
        <a:lstStyle/>
        <a:p>
          <a:endParaRPr lang="en-US"/>
        </a:p>
      </dgm:t>
    </dgm:pt>
    <dgm:pt modelId="{CE31E938-B3F6-4FE0-84C5-2E8663510311}" type="sibTrans" cxnId="{9F97F4EC-4DDC-4CF4-99CC-DE4B7488EB5F}">
      <dgm:prSet/>
      <dgm:spPr/>
      <dgm:t>
        <a:bodyPr/>
        <a:lstStyle/>
        <a:p>
          <a:endParaRPr lang="en-US"/>
        </a:p>
      </dgm:t>
    </dgm:pt>
    <dgm:pt modelId="{B6E7C124-DA93-48D0-A9CD-B5D0FB80C76B}">
      <dgm:prSet phldrT="[Text]" custT="1"/>
      <dgm:spPr>
        <a:solidFill>
          <a:srgbClr val="C00000"/>
        </a:solidFill>
      </dgm:spPr>
      <dgm:t>
        <a:bodyPr/>
        <a:lstStyle/>
        <a:p>
          <a:r>
            <a:rPr lang="en-US" sz="3200" dirty="0"/>
            <a:t>2 Lectures </a:t>
          </a:r>
          <a:br>
            <a:rPr lang="en-US" sz="3200" dirty="0"/>
          </a:br>
          <a:endParaRPr lang="en-US" sz="3200" dirty="0"/>
        </a:p>
      </dgm:t>
    </dgm:pt>
    <dgm:pt modelId="{5E50AEEB-BB71-4594-BB3E-1BB751B77BF8}" type="parTrans" cxnId="{3527B691-9C1D-4270-9269-C49712B14B86}">
      <dgm:prSet/>
      <dgm:spPr/>
      <dgm:t>
        <a:bodyPr/>
        <a:lstStyle/>
        <a:p>
          <a:endParaRPr lang="en-US"/>
        </a:p>
      </dgm:t>
    </dgm:pt>
    <dgm:pt modelId="{B286D0B1-168E-4C07-8957-C64E1F53F92F}" type="sibTrans" cxnId="{3527B691-9C1D-4270-9269-C49712B14B86}">
      <dgm:prSet/>
      <dgm:spPr/>
      <dgm:t>
        <a:bodyPr/>
        <a:lstStyle/>
        <a:p>
          <a:endParaRPr lang="en-US"/>
        </a:p>
      </dgm:t>
    </dgm:pt>
    <dgm:pt modelId="{6DD137A6-6C94-4440-A72B-E32DB352D9FB}">
      <dgm:prSet phldrT="[Text]" custT="1"/>
      <dgm:spPr>
        <a:solidFill>
          <a:srgbClr val="7030A0"/>
        </a:solidFill>
      </dgm:spPr>
      <dgm:t>
        <a:bodyPr/>
        <a:lstStyle/>
        <a:p>
          <a:r>
            <a:rPr lang="en-US" sz="3200" dirty="0"/>
            <a:t>3 hours of Labs</a:t>
          </a:r>
        </a:p>
      </dgm:t>
    </dgm:pt>
    <dgm:pt modelId="{E4F736C4-B45A-4DCC-BB61-4E51C64B00F7}" type="parTrans" cxnId="{BF2396C8-6BD6-4C47-BCF0-169F236C02B6}">
      <dgm:prSet/>
      <dgm:spPr/>
      <dgm:t>
        <a:bodyPr/>
        <a:lstStyle/>
        <a:p>
          <a:endParaRPr lang="en-US"/>
        </a:p>
      </dgm:t>
    </dgm:pt>
    <dgm:pt modelId="{51D2BAE9-83DD-4243-BB1F-28B028BDDD80}" type="sibTrans" cxnId="{BF2396C8-6BD6-4C47-BCF0-169F236C02B6}">
      <dgm:prSet/>
      <dgm:spPr/>
      <dgm:t>
        <a:bodyPr/>
        <a:lstStyle/>
        <a:p>
          <a:endParaRPr lang="en-US"/>
        </a:p>
      </dgm:t>
    </dgm:pt>
    <dgm:pt modelId="{364D635A-CC2A-448A-AB67-D53ADE620298}" type="pres">
      <dgm:prSet presAssocID="{B2AF6AD9-527A-4F8D-AF7E-E3077882F04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DC769D-140E-4653-BB02-06D8D394ADF0}" type="pres">
      <dgm:prSet presAssocID="{92038BDC-F1D8-42DD-88FD-CBD1197E4000}" presName="vertOne" presStyleCnt="0"/>
      <dgm:spPr/>
    </dgm:pt>
    <dgm:pt modelId="{DB12D192-E3AF-4AA8-A234-6F3D92895AA9}" type="pres">
      <dgm:prSet presAssocID="{92038BDC-F1D8-42DD-88FD-CBD1197E4000}" presName="txOne" presStyleLbl="node0" presStyleIdx="0" presStyleCnt="1" custLinFactNeighborX="-11" custLinFactNeighborY="-25092">
        <dgm:presLayoutVars>
          <dgm:chPref val="3"/>
        </dgm:presLayoutVars>
      </dgm:prSet>
      <dgm:spPr/>
    </dgm:pt>
    <dgm:pt modelId="{54D9B05A-6129-4862-85D9-D95AFEE126F6}" type="pres">
      <dgm:prSet presAssocID="{92038BDC-F1D8-42DD-88FD-CBD1197E4000}" presName="parTransOne" presStyleCnt="0"/>
      <dgm:spPr/>
    </dgm:pt>
    <dgm:pt modelId="{77A888C0-9301-47C6-BAD5-A0F350209C45}" type="pres">
      <dgm:prSet presAssocID="{92038BDC-F1D8-42DD-88FD-CBD1197E4000}" presName="horzOne" presStyleCnt="0"/>
      <dgm:spPr/>
    </dgm:pt>
    <dgm:pt modelId="{1982A48F-C621-43D8-8957-321F1F2BB8D2}" type="pres">
      <dgm:prSet presAssocID="{B6E7C124-DA93-48D0-A9CD-B5D0FB80C76B}" presName="vertTwo" presStyleCnt="0"/>
      <dgm:spPr/>
    </dgm:pt>
    <dgm:pt modelId="{CB1B026B-B875-40BB-9D0C-5F72F8CB57D4}" type="pres">
      <dgm:prSet presAssocID="{B6E7C124-DA93-48D0-A9CD-B5D0FB80C76B}" presName="txTwo" presStyleLbl="node2" presStyleIdx="0" presStyleCnt="2" custScaleX="142852" custLinFactNeighborX="-881" custLinFactNeighborY="-4636">
        <dgm:presLayoutVars>
          <dgm:chPref val="3"/>
        </dgm:presLayoutVars>
      </dgm:prSet>
      <dgm:spPr/>
    </dgm:pt>
    <dgm:pt modelId="{ACB5426C-A60A-4943-9BD4-40C934EDE787}" type="pres">
      <dgm:prSet presAssocID="{B6E7C124-DA93-48D0-A9CD-B5D0FB80C76B}" presName="horzTwo" presStyleCnt="0"/>
      <dgm:spPr/>
    </dgm:pt>
    <dgm:pt modelId="{A7A5230C-1FC1-4541-B090-29522D4F934E}" type="pres">
      <dgm:prSet presAssocID="{B286D0B1-168E-4C07-8957-C64E1F53F92F}" presName="sibSpaceTwo" presStyleCnt="0"/>
      <dgm:spPr/>
    </dgm:pt>
    <dgm:pt modelId="{F7BCE680-6952-4F22-B53E-28B02CE7BA29}" type="pres">
      <dgm:prSet presAssocID="{6DD137A6-6C94-4440-A72B-E32DB352D9FB}" presName="vertTwo" presStyleCnt="0"/>
      <dgm:spPr/>
    </dgm:pt>
    <dgm:pt modelId="{B44971DA-F4E4-48A8-9A80-67FCA1382821}" type="pres">
      <dgm:prSet presAssocID="{6DD137A6-6C94-4440-A72B-E32DB352D9FB}" presName="txTwo" presStyleLbl="node2" presStyleIdx="1" presStyleCnt="2">
        <dgm:presLayoutVars>
          <dgm:chPref val="3"/>
        </dgm:presLayoutVars>
      </dgm:prSet>
      <dgm:spPr/>
    </dgm:pt>
    <dgm:pt modelId="{DF3F578B-B6B3-426B-93A3-1F07E4781605}" type="pres">
      <dgm:prSet presAssocID="{6DD137A6-6C94-4440-A72B-E32DB352D9FB}" presName="horzTwo" presStyleCnt="0"/>
      <dgm:spPr/>
    </dgm:pt>
  </dgm:ptLst>
  <dgm:cxnLst>
    <dgm:cxn modelId="{E03FFC8C-1F54-4BE8-813E-E836378A4DD2}" type="presOf" srcId="{92038BDC-F1D8-42DD-88FD-CBD1197E4000}" destId="{DB12D192-E3AF-4AA8-A234-6F3D92895AA9}" srcOrd="0" destOrd="0" presId="urn:microsoft.com/office/officeart/2005/8/layout/hierarchy4"/>
    <dgm:cxn modelId="{3527B691-9C1D-4270-9269-C49712B14B86}" srcId="{92038BDC-F1D8-42DD-88FD-CBD1197E4000}" destId="{B6E7C124-DA93-48D0-A9CD-B5D0FB80C76B}" srcOrd="0" destOrd="0" parTransId="{5E50AEEB-BB71-4594-BB3E-1BB751B77BF8}" sibTransId="{B286D0B1-168E-4C07-8957-C64E1F53F92F}"/>
    <dgm:cxn modelId="{EEFE48A5-907A-4F37-9C9B-EEEA4765959B}" type="presOf" srcId="{B6E7C124-DA93-48D0-A9CD-B5D0FB80C76B}" destId="{CB1B026B-B875-40BB-9D0C-5F72F8CB57D4}" srcOrd="0" destOrd="0" presId="urn:microsoft.com/office/officeart/2005/8/layout/hierarchy4"/>
    <dgm:cxn modelId="{9821D1A9-2B0E-417E-92FF-015A08F961C0}" type="presOf" srcId="{B2AF6AD9-527A-4F8D-AF7E-E3077882F044}" destId="{364D635A-CC2A-448A-AB67-D53ADE620298}" srcOrd="0" destOrd="0" presId="urn:microsoft.com/office/officeart/2005/8/layout/hierarchy4"/>
    <dgm:cxn modelId="{BF2396C8-6BD6-4C47-BCF0-169F236C02B6}" srcId="{92038BDC-F1D8-42DD-88FD-CBD1197E4000}" destId="{6DD137A6-6C94-4440-A72B-E32DB352D9FB}" srcOrd="1" destOrd="0" parTransId="{E4F736C4-B45A-4DCC-BB61-4E51C64B00F7}" sibTransId="{51D2BAE9-83DD-4243-BB1F-28B028BDDD80}"/>
    <dgm:cxn modelId="{EFECC0D7-9B71-473A-A87C-F5E03EF2B0B4}" type="presOf" srcId="{6DD137A6-6C94-4440-A72B-E32DB352D9FB}" destId="{B44971DA-F4E4-48A8-9A80-67FCA1382821}" srcOrd="0" destOrd="0" presId="urn:microsoft.com/office/officeart/2005/8/layout/hierarchy4"/>
    <dgm:cxn modelId="{9F97F4EC-4DDC-4CF4-99CC-DE4B7488EB5F}" srcId="{B2AF6AD9-527A-4F8D-AF7E-E3077882F044}" destId="{92038BDC-F1D8-42DD-88FD-CBD1197E4000}" srcOrd="0" destOrd="0" parTransId="{5C998AE2-0A30-41CA-88B7-4212E3E978E1}" sibTransId="{CE31E938-B3F6-4FE0-84C5-2E8663510311}"/>
    <dgm:cxn modelId="{EECEA83F-3B08-41F4-9204-54E8FC5BA6CB}" type="presParOf" srcId="{364D635A-CC2A-448A-AB67-D53ADE620298}" destId="{1BDC769D-140E-4653-BB02-06D8D394ADF0}" srcOrd="0" destOrd="0" presId="urn:microsoft.com/office/officeart/2005/8/layout/hierarchy4"/>
    <dgm:cxn modelId="{56FAB7B1-FB0B-4366-A5EB-D1C3B8EAEAC4}" type="presParOf" srcId="{1BDC769D-140E-4653-BB02-06D8D394ADF0}" destId="{DB12D192-E3AF-4AA8-A234-6F3D92895AA9}" srcOrd="0" destOrd="0" presId="urn:microsoft.com/office/officeart/2005/8/layout/hierarchy4"/>
    <dgm:cxn modelId="{20C2CE7B-ADC5-43C2-8715-EAF31027B10C}" type="presParOf" srcId="{1BDC769D-140E-4653-BB02-06D8D394ADF0}" destId="{54D9B05A-6129-4862-85D9-D95AFEE126F6}" srcOrd="1" destOrd="0" presId="urn:microsoft.com/office/officeart/2005/8/layout/hierarchy4"/>
    <dgm:cxn modelId="{AE03BBCC-B229-48E2-BF4B-5E09006D9203}" type="presParOf" srcId="{1BDC769D-140E-4653-BB02-06D8D394ADF0}" destId="{77A888C0-9301-47C6-BAD5-A0F350209C45}" srcOrd="2" destOrd="0" presId="urn:microsoft.com/office/officeart/2005/8/layout/hierarchy4"/>
    <dgm:cxn modelId="{55B21D94-068B-4E70-8DBD-DA303801ECDD}" type="presParOf" srcId="{77A888C0-9301-47C6-BAD5-A0F350209C45}" destId="{1982A48F-C621-43D8-8957-321F1F2BB8D2}" srcOrd="0" destOrd="0" presId="urn:microsoft.com/office/officeart/2005/8/layout/hierarchy4"/>
    <dgm:cxn modelId="{00AAC89B-F898-468E-AFD9-9F205D64C12D}" type="presParOf" srcId="{1982A48F-C621-43D8-8957-321F1F2BB8D2}" destId="{CB1B026B-B875-40BB-9D0C-5F72F8CB57D4}" srcOrd="0" destOrd="0" presId="urn:microsoft.com/office/officeart/2005/8/layout/hierarchy4"/>
    <dgm:cxn modelId="{2A34D3A7-C763-4A5A-85DD-ABA454BC4FF5}" type="presParOf" srcId="{1982A48F-C621-43D8-8957-321F1F2BB8D2}" destId="{ACB5426C-A60A-4943-9BD4-40C934EDE787}" srcOrd="1" destOrd="0" presId="urn:microsoft.com/office/officeart/2005/8/layout/hierarchy4"/>
    <dgm:cxn modelId="{4AD845F0-F6B9-43A6-A165-352609503065}" type="presParOf" srcId="{77A888C0-9301-47C6-BAD5-A0F350209C45}" destId="{A7A5230C-1FC1-4541-B090-29522D4F934E}" srcOrd="1" destOrd="0" presId="urn:microsoft.com/office/officeart/2005/8/layout/hierarchy4"/>
    <dgm:cxn modelId="{B525DFE2-BB43-48F9-93CF-5DBDD9B8AAF6}" type="presParOf" srcId="{77A888C0-9301-47C6-BAD5-A0F350209C45}" destId="{F7BCE680-6952-4F22-B53E-28B02CE7BA29}" srcOrd="2" destOrd="0" presId="urn:microsoft.com/office/officeart/2005/8/layout/hierarchy4"/>
    <dgm:cxn modelId="{BCF354A7-0A6B-4618-B265-38A537F3E22D}" type="presParOf" srcId="{F7BCE680-6952-4F22-B53E-28B02CE7BA29}" destId="{B44971DA-F4E4-48A8-9A80-67FCA1382821}" srcOrd="0" destOrd="0" presId="urn:microsoft.com/office/officeart/2005/8/layout/hierarchy4"/>
    <dgm:cxn modelId="{62C8BB50-8C27-4FF9-9BEF-F14C7DF235FA}" type="presParOf" srcId="{F7BCE680-6952-4F22-B53E-28B02CE7BA29}" destId="{DF3F578B-B6B3-426B-93A3-1F07E4781605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8BD5E8-B824-45BE-BC93-874614838FA4}" type="doc">
      <dgm:prSet loTypeId="urn:microsoft.com/office/officeart/2005/8/layout/vProcess5" loCatId="process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3659DCC-8784-498D-8E01-225F930D44A9}">
      <dgm:prSet custT="1"/>
      <dgm:spPr/>
      <dgm:t>
        <a:bodyPr/>
        <a:lstStyle/>
        <a:p>
          <a:r>
            <a:rPr lang="en-IE" sz="2600" b="1" dirty="0"/>
            <a:t>Post the issue in Slack</a:t>
          </a:r>
          <a:r>
            <a:rPr lang="en-IE" sz="2600" dirty="0"/>
            <a:t>; </a:t>
          </a:r>
          <a:br>
            <a:rPr lang="en-IE" sz="2600" dirty="0"/>
          </a:br>
          <a:r>
            <a:rPr lang="en-IE" sz="2600" dirty="0"/>
            <a:t>	think of it as asking a question in a traditional classroom.  </a:t>
          </a:r>
          <a:br>
            <a:rPr lang="en-IE" sz="2600" dirty="0"/>
          </a:br>
          <a:r>
            <a:rPr lang="en-IE" sz="2600" dirty="0"/>
            <a:t>	Include any screen shots, screen recordings, etc. </a:t>
          </a:r>
          <a:br>
            <a:rPr lang="en-IE" sz="2600" dirty="0"/>
          </a:br>
          <a:r>
            <a:rPr lang="en-IE" sz="2600" dirty="0"/>
            <a:t>	you think might help with solving the problem.</a:t>
          </a:r>
        </a:p>
      </dgm:t>
    </dgm:pt>
    <dgm:pt modelId="{E261CBAA-B6D4-4AA0-B2F3-3C339650B299}" type="parTrans" cxnId="{B7B24D8E-A6E4-48CB-9FA8-294CFE5463BA}">
      <dgm:prSet/>
      <dgm:spPr/>
      <dgm:t>
        <a:bodyPr/>
        <a:lstStyle/>
        <a:p>
          <a:endParaRPr lang="en-US"/>
        </a:p>
      </dgm:t>
    </dgm:pt>
    <dgm:pt modelId="{4DBF9227-E44A-4620-B6E6-1CA9B0F0E998}" type="sibTrans" cxnId="{B7B24D8E-A6E4-48CB-9FA8-294CFE5463BA}">
      <dgm:prSet/>
      <dgm:spPr/>
      <dgm:t>
        <a:bodyPr/>
        <a:lstStyle/>
        <a:p>
          <a:endParaRPr lang="en-US"/>
        </a:p>
      </dgm:t>
    </dgm:pt>
    <dgm:pt modelId="{739C43DC-2F2B-4AF0-A813-297C68DAF948}">
      <dgm:prSet/>
      <dgm:spPr/>
      <dgm:t>
        <a:bodyPr/>
        <a:lstStyle/>
        <a:p>
          <a:r>
            <a:rPr lang="en-IE" dirty="0"/>
            <a:t>We encourage classmates to help each other (</a:t>
          </a:r>
          <a:r>
            <a:rPr lang="en-IE" b="1" dirty="0"/>
            <a:t>peer learning</a:t>
          </a:r>
          <a:r>
            <a:rPr lang="en-IE" dirty="0"/>
            <a:t>), </a:t>
          </a:r>
          <a:br>
            <a:rPr lang="en-IE" dirty="0"/>
          </a:br>
          <a:r>
            <a:rPr lang="en-IE" dirty="0"/>
            <a:t>	if you know the answer to another student’s issue, </a:t>
          </a:r>
          <a:br>
            <a:rPr lang="en-IE" dirty="0"/>
          </a:br>
          <a:r>
            <a:rPr lang="en-IE" dirty="0"/>
            <a:t>	please do respond.</a:t>
          </a:r>
        </a:p>
      </dgm:t>
    </dgm:pt>
    <dgm:pt modelId="{5CF0DC82-C983-4B9F-870F-82B0B56705DF}" type="parTrans" cxnId="{DE616924-2268-46BE-806C-8BD1AFB5F569}">
      <dgm:prSet/>
      <dgm:spPr/>
      <dgm:t>
        <a:bodyPr/>
        <a:lstStyle/>
        <a:p>
          <a:endParaRPr lang="en-US"/>
        </a:p>
      </dgm:t>
    </dgm:pt>
    <dgm:pt modelId="{CFB89751-39F5-4F7A-978B-5901DAA1751B}" type="sibTrans" cxnId="{DE616924-2268-46BE-806C-8BD1AFB5F569}">
      <dgm:prSet/>
      <dgm:spPr/>
      <dgm:t>
        <a:bodyPr/>
        <a:lstStyle/>
        <a:p>
          <a:endParaRPr lang="en-US"/>
        </a:p>
      </dgm:t>
    </dgm:pt>
    <dgm:pt modelId="{70D53FA9-8978-46D9-B0A1-0492F2BF78B8}">
      <dgm:prSet/>
      <dgm:spPr/>
      <dgm:t>
        <a:bodyPr/>
        <a:lstStyle/>
        <a:p>
          <a:r>
            <a:rPr lang="en-IE" dirty="0"/>
            <a:t>All our responses will be via Slack </a:t>
          </a:r>
          <a:br>
            <a:rPr lang="en-IE" dirty="0"/>
          </a:br>
          <a:r>
            <a:rPr lang="en-IE" dirty="0"/>
            <a:t>	so that all students can see the resolution.</a:t>
          </a:r>
          <a:br>
            <a:rPr lang="en-IE" dirty="0"/>
          </a:br>
          <a:r>
            <a:rPr lang="en-IE" dirty="0"/>
            <a:t>	for </a:t>
          </a:r>
          <a:r>
            <a:rPr lang="en-IE" b="1" dirty="0"/>
            <a:t>private issues, use DM </a:t>
          </a:r>
          <a:r>
            <a:rPr lang="en-IE" dirty="0"/>
            <a:t>in Slack</a:t>
          </a:r>
        </a:p>
      </dgm:t>
    </dgm:pt>
    <dgm:pt modelId="{56E300D1-ED13-4525-8F12-F9E5FE9284BA}" type="parTrans" cxnId="{FB687163-533D-45FF-9C5F-70F3671882F7}">
      <dgm:prSet/>
      <dgm:spPr/>
      <dgm:t>
        <a:bodyPr/>
        <a:lstStyle/>
        <a:p>
          <a:endParaRPr lang="en-US"/>
        </a:p>
      </dgm:t>
    </dgm:pt>
    <dgm:pt modelId="{7D63BB23-9539-4BF5-BD62-DE2EA73254BA}" type="sibTrans" cxnId="{FB687163-533D-45FF-9C5F-70F3671882F7}">
      <dgm:prSet/>
      <dgm:spPr/>
      <dgm:t>
        <a:bodyPr/>
        <a:lstStyle/>
        <a:p>
          <a:endParaRPr lang="en-US"/>
        </a:p>
      </dgm:t>
    </dgm:pt>
    <dgm:pt modelId="{401CC711-EBFB-4EEC-B38A-7E8F759882A1}" type="pres">
      <dgm:prSet presAssocID="{5B8BD5E8-B824-45BE-BC93-874614838FA4}" presName="outerComposite" presStyleCnt="0">
        <dgm:presLayoutVars>
          <dgm:chMax val="5"/>
          <dgm:dir/>
          <dgm:resizeHandles val="exact"/>
        </dgm:presLayoutVars>
      </dgm:prSet>
      <dgm:spPr/>
    </dgm:pt>
    <dgm:pt modelId="{B657A194-CD37-41F4-95F3-F5B6B7D008FB}" type="pres">
      <dgm:prSet presAssocID="{5B8BD5E8-B824-45BE-BC93-874614838FA4}" presName="dummyMaxCanvas" presStyleCnt="0">
        <dgm:presLayoutVars/>
      </dgm:prSet>
      <dgm:spPr/>
    </dgm:pt>
    <dgm:pt modelId="{E9395C32-5A25-074C-88CC-AB2213E6ED35}" type="pres">
      <dgm:prSet presAssocID="{5B8BD5E8-B824-45BE-BC93-874614838FA4}" presName="ThreeNodes_1" presStyleLbl="node1" presStyleIdx="0" presStyleCnt="3" custScaleX="117647">
        <dgm:presLayoutVars>
          <dgm:bulletEnabled val="1"/>
        </dgm:presLayoutVars>
      </dgm:prSet>
      <dgm:spPr/>
    </dgm:pt>
    <dgm:pt modelId="{7AE6B4B6-5E86-0C46-B711-BD914D07BC85}" type="pres">
      <dgm:prSet presAssocID="{5B8BD5E8-B824-45BE-BC93-874614838FA4}" presName="ThreeNodes_2" presStyleLbl="node1" presStyleIdx="1" presStyleCnt="3" custScaleX="112745">
        <dgm:presLayoutVars>
          <dgm:bulletEnabled val="1"/>
        </dgm:presLayoutVars>
      </dgm:prSet>
      <dgm:spPr/>
    </dgm:pt>
    <dgm:pt modelId="{C5CDF482-F510-9749-A50E-239DAA99758A}" type="pres">
      <dgm:prSet presAssocID="{5B8BD5E8-B824-45BE-BC93-874614838FA4}" presName="ThreeNodes_3" presStyleLbl="node1" presStyleIdx="2" presStyleCnt="3">
        <dgm:presLayoutVars>
          <dgm:bulletEnabled val="1"/>
        </dgm:presLayoutVars>
      </dgm:prSet>
      <dgm:spPr/>
    </dgm:pt>
    <dgm:pt modelId="{25E122EF-D1E6-DC48-8DA9-B9263BACC161}" type="pres">
      <dgm:prSet presAssocID="{5B8BD5E8-B824-45BE-BC93-874614838FA4}" presName="ThreeConn_1-2" presStyleLbl="fgAccFollowNode1" presStyleIdx="0" presStyleCnt="2">
        <dgm:presLayoutVars>
          <dgm:bulletEnabled val="1"/>
        </dgm:presLayoutVars>
      </dgm:prSet>
      <dgm:spPr/>
    </dgm:pt>
    <dgm:pt modelId="{D471284F-AF7B-6F44-AE6E-3DB23C9635A2}" type="pres">
      <dgm:prSet presAssocID="{5B8BD5E8-B824-45BE-BC93-874614838FA4}" presName="ThreeConn_2-3" presStyleLbl="fgAccFollowNode1" presStyleIdx="1" presStyleCnt="2">
        <dgm:presLayoutVars>
          <dgm:bulletEnabled val="1"/>
        </dgm:presLayoutVars>
      </dgm:prSet>
      <dgm:spPr/>
    </dgm:pt>
    <dgm:pt modelId="{6E9EA119-34EE-3A4E-9878-E9417E236A3E}" type="pres">
      <dgm:prSet presAssocID="{5B8BD5E8-B824-45BE-BC93-874614838FA4}" presName="ThreeNodes_1_text" presStyleLbl="node1" presStyleIdx="2" presStyleCnt="3">
        <dgm:presLayoutVars>
          <dgm:bulletEnabled val="1"/>
        </dgm:presLayoutVars>
      </dgm:prSet>
      <dgm:spPr/>
    </dgm:pt>
    <dgm:pt modelId="{DCCF4588-DA91-734D-B2C2-BA445CACC059}" type="pres">
      <dgm:prSet presAssocID="{5B8BD5E8-B824-45BE-BC93-874614838FA4}" presName="ThreeNodes_2_text" presStyleLbl="node1" presStyleIdx="2" presStyleCnt="3">
        <dgm:presLayoutVars>
          <dgm:bulletEnabled val="1"/>
        </dgm:presLayoutVars>
      </dgm:prSet>
      <dgm:spPr/>
    </dgm:pt>
    <dgm:pt modelId="{10B76DBB-08A9-2844-8CDB-6E12B1B71774}" type="pres">
      <dgm:prSet presAssocID="{5B8BD5E8-B824-45BE-BC93-874614838FA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F03CA21-11B6-0B47-B5F9-DF7F5C917A8E}" type="presOf" srcId="{739C43DC-2F2B-4AF0-A813-297C68DAF948}" destId="{7AE6B4B6-5E86-0C46-B711-BD914D07BC85}" srcOrd="0" destOrd="0" presId="urn:microsoft.com/office/officeart/2005/8/layout/vProcess5"/>
    <dgm:cxn modelId="{DE616924-2268-46BE-806C-8BD1AFB5F569}" srcId="{5B8BD5E8-B824-45BE-BC93-874614838FA4}" destId="{739C43DC-2F2B-4AF0-A813-297C68DAF948}" srcOrd="1" destOrd="0" parTransId="{5CF0DC82-C983-4B9F-870F-82B0B56705DF}" sibTransId="{CFB89751-39F5-4F7A-978B-5901DAA1751B}"/>
    <dgm:cxn modelId="{FB687163-533D-45FF-9C5F-70F3671882F7}" srcId="{5B8BD5E8-B824-45BE-BC93-874614838FA4}" destId="{70D53FA9-8978-46D9-B0A1-0492F2BF78B8}" srcOrd="2" destOrd="0" parTransId="{56E300D1-ED13-4525-8F12-F9E5FE9284BA}" sibTransId="{7D63BB23-9539-4BF5-BD62-DE2EA73254BA}"/>
    <dgm:cxn modelId="{A9075A6D-F2EE-2046-B45D-BA4D7DA1D1E5}" type="presOf" srcId="{739C43DC-2F2B-4AF0-A813-297C68DAF948}" destId="{DCCF4588-DA91-734D-B2C2-BA445CACC059}" srcOrd="1" destOrd="0" presId="urn:microsoft.com/office/officeart/2005/8/layout/vProcess5"/>
    <dgm:cxn modelId="{9EC56A7C-7873-DF42-87D0-4C67AE74FE1E}" type="presOf" srcId="{4DBF9227-E44A-4620-B6E6-1CA9B0F0E998}" destId="{25E122EF-D1E6-DC48-8DA9-B9263BACC161}" srcOrd="0" destOrd="0" presId="urn:microsoft.com/office/officeart/2005/8/layout/vProcess5"/>
    <dgm:cxn modelId="{2961908A-E9E0-3C43-95AA-D8D2EF8BACDA}" type="presOf" srcId="{70D53FA9-8978-46D9-B0A1-0492F2BF78B8}" destId="{10B76DBB-08A9-2844-8CDB-6E12B1B71774}" srcOrd="1" destOrd="0" presId="urn:microsoft.com/office/officeart/2005/8/layout/vProcess5"/>
    <dgm:cxn modelId="{B7B24D8E-A6E4-48CB-9FA8-294CFE5463BA}" srcId="{5B8BD5E8-B824-45BE-BC93-874614838FA4}" destId="{23659DCC-8784-498D-8E01-225F930D44A9}" srcOrd="0" destOrd="0" parTransId="{E261CBAA-B6D4-4AA0-B2F3-3C339650B299}" sibTransId="{4DBF9227-E44A-4620-B6E6-1CA9B0F0E998}"/>
    <dgm:cxn modelId="{D721F496-E6D7-C84B-AE16-8CF39A4C1887}" type="presOf" srcId="{70D53FA9-8978-46D9-B0A1-0492F2BF78B8}" destId="{C5CDF482-F510-9749-A50E-239DAA99758A}" srcOrd="0" destOrd="0" presId="urn:microsoft.com/office/officeart/2005/8/layout/vProcess5"/>
    <dgm:cxn modelId="{F194A6C2-2267-394F-B07A-069199C7DE65}" type="presOf" srcId="{23659DCC-8784-498D-8E01-225F930D44A9}" destId="{6E9EA119-34EE-3A4E-9878-E9417E236A3E}" srcOrd="1" destOrd="0" presId="urn:microsoft.com/office/officeart/2005/8/layout/vProcess5"/>
    <dgm:cxn modelId="{2E66E2C3-4423-F64C-8B82-E2C257CB1B62}" type="presOf" srcId="{23659DCC-8784-498D-8E01-225F930D44A9}" destId="{E9395C32-5A25-074C-88CC-AB2213E6ED35}" srcOrd="0" destOrd="0" presId="urn:microsoft.com/office/officeart/2005/8/layout/vProcess5"/>
    <dgm:cxn modelId="{069D57C6-9B50-48A9-BC46-62DAB61A45C1}" type="presOf" srcId="{5B8BD5E8-B824-45BE-BC93-874614838FA4}" destId="{401CC711-EBFB-4EEC-B38A-7E8F759882A1}" srcOrd="0" destOrd="0" presId="urn:microsoft.com/office/officeart/2005/8/layout/vProcess5"/>
    <dgm:cxn modelId="{B8F00ECE-797F-CE44-BC54-9733D3ACFB6B}" type="presOf" srcId="{CFB89751-39F5-4F7A-978B-5901DAA1751B}" destId="{D471284F-AF7B-6F44-AE6E-3DB23C9635A2}" srcOrd="0" destOrd="0" presId="urn:microsoft.com/office/officeart/2005/8/layout/vProcess5"/>
    <dgm:cxn modelId="{039C1DC9-C6D0-4EAF-8705-668C01987FCF}" type="presParOf" srcId="{401CC711-EBFB-4EEC-B38A-7E8F759882A1}" destId="{B657A194-CD37-41F4-95F3-F5B6B7D008FB}" srcOrd="0" destOrd="0" presId="urn:microsoft.com/office/officeart/2005/8/layout/vProcess5"/>
    <dgm:cxn modelId="{51CE4D52-F36E-EC43-A49D-A95408E8D658}" type="presParOf" srcId="{401CC711-EBFB-4EEC-B38A-7E8F759882A1}" destId="{E9395C32-5A25-074C-88CC-AB2213E6ED35}" srcOrd="1" destOrd="0" presId="urn:microsoft.com/office/officeart/2005/8/layout/vProcess5"/>
    <dgm:cxn modelId="{4B173E21-1D28-7244-8F7B-D2C9CC5DEE96}" type="presParOf" srcId="{401CC711-EBFB-4EEC-B38A-7E8F759882A1}" destId="{7AE6B4B6-5E86-0C46-B711-BD914D07BC85}" srcOrd="2" destOrd="0" presId="urn:microsoft.com/office/officeart/2005/8/layout/vProcess5"/>
    <dgm:cxn modelId="{5C2A1BC4-FDD2-1449-846B-865FD0DD6984}" type="presParOf" srcId="{401CC711-EBFB-4EEC-B38A-7E8F759882A1}" destId="{C5CDF482-F510-9749-A50E-239DAA99758A}" srcOrd="3" destOrd="0" presId="urn:microsoft.com/office/officeart/2005/8/layout/vProcess5"/>
    <dgm:cxn modelId="{C28DC43D-6339-CB45-BDE9-AD5BA58899A8}" type="presParOf" srcId="{401CC711-EBFB-4EEC-B38A-7E8F759882A1}" destId="{25E122EF-D1E6-DC48-8DA9-B9263BACC161}" srcOrd="4" destOrd="0" presId="urn:microsoft.com/office/officeart/2005/8/layout/vProcess5"/>
    <dgm:cxn modelId="{F8603EF1-6E03-CF43-9C9E-6EDC4FC8AA8C}" type="presParOf" srcId="{401CC711-EBFB-4EEC-B38A-7E8F759882A1}" destId="{D471284F-AF7B-6F44-AE6E-3DB23C9635A2}" srcOrd="5" destOrd="0" presId="urn:microsoft.com/office/officeart/2005/8/layout/vProcess5"/>
    <dgm:cxn modelId="{E85E02F5-1D0C-9B48-82F4-62FC26E93D43}" type="presParOf" srcId="{401CC711-EBFB-4EEC-B38A-7E8F759882A1}" destId="{6E9EA119-34EE-3A4E-9878-E9417E236A3E}" srcOrd="6" destOrd="0" presId="urn:microsoft.com/office/officeart/2005/8/layout/vProcess5"/>
    <dgm:cxn modelId="{C7A7A098-227F-A946-BBD0-D05704CB8489}" type="presParOf" srcId="{401CC711-EBFB-4EEC-B38A-7E8F759882A1}" destId="{DCCF4588-DA91-734D-B2C2-BA445CACC059}" srcOrd="7" destOrd="0" presId="urn:microsoft.com/office/officeart/2005/8/layout/vProcess5"/>
    <dgm:cxn modelId="{81ECCE13-6A24-B642-98B3-0C78E07F6E9A}" type="presParOf" srcId="{401CC711-EBFB-4EEC-B38A-7E8F759882A1}" destId="{10B76DBB-08A9-2844-8CDB-6E12B1B7177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8BD5E8-B824-45BE-BC93-874614838FA4}" type="doc">
      <dgm:prSet loTypeId="urn:microsoft.com/office/officeart/2005/8/layout/vProcess5" loCatId="process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15717481-C6BA-468E-8887-14B60E6DF850}">
      <dgm:prSet custT="1"/>
      <dgm:spPr/>
      <dgm:t>
        <a:bodyPr/>
        <a:lstStyle/>
        <a:p>
          <a:r>
            <a:rPr lang="en-IE" sz="3200" dirty="0"/>
            <a:t>Search </a:t>
          </a:r>
          <a:r>
            <a:rPr lang="en-IE" sz="3200" b="1" dirty="0"/>
            <a:t>#Slack </a:t>
          </a:r>
          <a:r>
            <a:rPr lang="en-IE" sz="3200" dirty="0"/>
            <a:t>Chatroom</a:t>
          </a:r>
        </a:p>
      </dgm:t>
    </dgm:pt>
    <dgm:pt modelId="{4E1C1F79-8DED-4FD1-ABA1-082E1ADFDB29}" type="parTrans" cxnId="{99259E90-1499-4C36-B84F-A1AD6043A667}">
      <dgm:prSet/>
      <dgm:spPr/>
      <dgm:t>
        <a:bodyPr/>
        <a:lstStyle/>
        <a:p>
          <a:endParaRPr lang="en-US" sz="2400"/>
        </a:p>
      </dgm:t>
    </dgm:pt>
    <dgm:pt modelId="{7D0FF406-F763-4710-85B6-22E036B730EE}" type="sibTrans" cxnId="{99259E90-1499-4C36-B84F-A1AD6043A667}">
      <dgm:prSet custT="1"/>
      <dgm:spPr/>
      <dgm:t>
        <a:bodyPr/>
        <a:lstStyle/>
        <a:p>
          <a:endParaRPr lang="en-US" sz="3600"/>
        </a:p>
      </dgm:t>
    </dgm:pt>
    <dgm:pt modelId="{675810EB-5C83-4EED-B1E7-FC307B2BFB9B}">
      <dgm:prSet custT="1"/>
      <dgm:spPr/>
      <dgm:t>
        <a:bodyPr/>
        <a:lstStyle/>
        <a:p>
          <a:r>
            <a:rPr lang="en-IE" sz="3200" dirty="0"/>
            <a:t>Check Google / </a:t>
          </a:r>
          <a:r>
            <a:rPr lang="en-IE" sz="3200" b="1" dirty="0" err="1"/>
            <a:t>StackOverflow</a:t>
          </a:r>
          <a:r>
            <a:rPr lang="en-IE" sz="3200" dirty="0"/>
            <a:t> </a:t>
          </a:r>
          <a:br>
            <a:rPr lang="en-IE" sz="3200" dirty="0"/>
          </a:br>
          <a:r>
            <a:rPr lang="en-IE" sz="3200" dirty="0"/>
            <a:t>(or equivalent) for possible solution</a:t>
          </a:r>
        </a:p>
      </dgm:t>
    </dgm:pt>
    <dgm:pt modelId="{AC200DFF-372D-4B3E-93BE-3025B9D24A4F}" type="parTrans" cxnId="{244F170F-0ADF-4282-A324-15CD30252641}">
      <dgm:prSet/>
      <dgm:spPr/>
      <dgm:t>
        <a:bodyPr/>
        <a:lstStyle/>
        <a:p>
          <a:endParaRPr lang="en-US" sz="2400"/>
        </a:p>
      </dgm:t>
    </dgm:pt>
    <dgm:pt modelId="{7267510A-250B-40A3-97B7-D2431321F333}" type="sibTrans" cxnId="{244F170F-0ADF-4282-A324-15CD30252641}">
      <dgm:prSet custT="1"/>
      <dgm:spPr/>
      <dgm:t>
        <a:bodyPr/>
        <a:lstStyle/>
        <a:p>
          <a:endParaRPr lang="en-US" sz="3600"/>
        </a:p>
      </dgm:t>
    </dgm:pt>
    <dgm:pt modelId="{DFDA6F2A-4249-42E1-AF32-2AFE077653E3}">
      <dgm:prSet custT="1"/>
      <dgm:spPr/>
      <dgm:t>
        <a:bodyPr/>
        <a:lstStyle/>
        <a:p>
          <a:r>
            <a:rPr lang="en-IE" sz="3200" dirty="0"/>
            <a:t>Post the issue on </a:t>
          </a:r>
          <a:r>
            <a:rPr lang="en-IE" sz="3200" b="1" dirty="0"/>
            <a:t>#Slack </a:t>
          </a:r>
          <a:br>
            <a:rPr lang="en-IE" sz="3200" b="1" dirty="0"/>
          </a:br>
          <a:r>
            <a:rPr lang="en-IE" sz="3200" b="0" dirty="0"/>
            <a:t>programming </a:t>
          </a:r>
          <a:r>
            <a:rPr lang="en-IE" sz="3200" dirty="0"/>
            <a:t>channel</a:t>
          </a:r>
          <a:endParaRPr lang="en-US" sz="3200" dirty="0"/>
        </a:p>
      </dgm:t>
    </dgm:pt>
    <dgm:pt modelId="{CC88D5FE-4504-419D-A0C6-83D035825FDC}" type="parTrans" cxnId="{D05391EC-33E9-4C13-8566-60020B2812C4}">
      <dgm:prSet/>
      <dgm:spPr/>
      <dgm:t>
        <a:bodyPr/>
        <a:lstStyle/>
        <a:p>
          <a:endParaRPr lang="en-US" sz="2400"/>
        </a:p>
      </dgm:t>
    </dgm:pt>
    <dgm:pt modelId="{760BD3EC-36F3-468B-9FCA-B81523911D34}" type="sibTrans" cxnId="{D05391EC-33E9-4C13-8566-60020B2812C4}">
      <dgm:prSet custT="1"/>
      <dgm:spPr/>
      <dgm:t>
        <a:bodyPr/>
        <a:lstStyle/>
        <a:p>
          <a:endParaRPr lang="en-US" sz="3600"/>
        </a:p>
      </dgm:t>
    </dgm:pt>
    <dgm:pt modelId="{401CC711-EBFB-4EEC-B38A-7E8F759882A1}" type="pres">
      <dgm:prSet presAssocID="{5B8BD5E8-B824-45BE-BC93-874614838FA4}" presName="outerComposite" presStyleCnt="0">
        <dgm:presLayoutVars>
          <dgm:chMax val="5"/>
          <dgm:dir/>
          <dgm:resizeHandles val="exact"/>
        </dgm:presLayoutVars>
      </dgm:prSet>
      <dgm:spPr/>
    </dgm:pt>
    <dgm:pt modelId="{B657A194-CD37-41F4-95F3-F5B6B7D008FB}" type="pres">
      <dgm:prSet presAssocID="{5B8BD5E8-B824-45BE-BC93-874614838FA4}" presName="dummyMaxCanvas" presStyleCnt="0">
        <dgm:presLayoutVars/>
      </dgm:prSet>
      <dgm:spPr/>
    </dgm:pt>
    <dgm:pt modelId="{03F98B8E-769B-48A3-8647-FE13EB20AEC7}" type="pres">
      <dgm:prSet presAssocID="{5B8BD5E8-B824-45BE-BC93-874614838FA4}" presName="ThreeNodes_1" presStyleLbl="node1" presStyleIdx="0" presStyleCnt="3">
        <dgm:presLayoutVars>
          <dgm:bulletEnabled val="1"/>
        </dgm:presLayoutVars>
      </dgm:prSet>
      <dgm:spPr/>
    </dgm:pt>
    <dgm:pt modelId="{41C55632-AA05-4417-97F5-8A68C4BF0608}" type="pres">
      <dgm:prSet presAssocID="{5B8BD5E8-B824-45BE-BC93-874614838FA4}" presName="ThreeNodes_2" presStyleLbl="node1" presStyleIdx="1" presStyleCnt="3">
        <dgm:presLayoutVars>
          <dgm:bulletEnabled val="1"/>
        </dgm:presLayoutVars>
      </dgm:prSet>
      <dgm:spPr/>
    </dgm:pt>
    <dgm:pt modelId="{1CB8FB3F-56CD-4DE7-BFF9-349AD916225F}" type="pres">
      <dgm:prSet presAssocID="{5B8BD5E8-B824-45BE-BC93-874614838FA4}" presName="ThreeNodes_3" presStyleLbl="node1" presStyleIdx="2" presStyleCnt="3">
        <dgm:presLayoutVars>
          <dgm:bulletEnabled val="1"/>
        </dgm:presLayoutVars>
      </dgm:prSet>
      <dgm:spPr/>
    </dgm:pt>
    <dgm:pt modelId="{626DF387-3F5F-4933-851B-3AD4EB341C83}" type="pres">
      <dgm:prSet presAssocID="{5B8BD5E8-B824-45BE-BC93-874614838FA4}" presName="ThreeConn_1-2" presStyleLbl="fgAccFollowNode1" presStyleIdx="0" presStyleCnt="2">
        <dgm:presLayoutVars>
          <dgm:bulletEnabled val="1"/>
        </dgm:presLayoutVars>
      </dgm:prSet>
      <dgm:spPr/>
    </dgm:pt>
    <dgm:pt modelId="{6827D79E-CE8B-4E35-B672-B5E6F7DE5031}" type="pres">
      <dgm:prSet presAssocID="{5B8BD5E8-B824-45BE-BC93-874614838FA4}" presName="ThreeConn_2-3" presStyleLbl="fgAccFollowNode1" presStyleIdx="1" presStyleCnt="2">
        <dgm:presLayoutVars>
          <dgm:bulletEnabled val="1"/>
        </dgm:presLayoutVars>
      </dgm:prSet>
      <dgm:spPr/>
    </dgm:pt>
    <dgm:pt modelId="{9D3B7103-19AF-4348-AFAF-D5921820A243}" type="pres">
      <dgm:prSet presAssocID="{5B8BD5E8-B824-45BE-BC93-874614838FA4}" presName="ThreeNodes_1_text" presStyleLbl="node1" presStyleIdx="2" presStyleCnt="3">
        <dgm:presLayoutVars>
          <dgm:bulletEnabled val="1"/>
        </dgm:presLayoutVars>
      </dgm:prSet>
      <dgm:spPr/>
    </dgm:pt>
    <dgm:pt modelId="{8B6DB781-A708-495A-BC13-D250E5CF5914}" type="pres">
      <dgm:prSet presAssocID="{5B8BD5E8-B824-45BE-BC93-874614838FA4}" presName="ThreeNodes_2_text" presStyleLbl="node1" presStyleIdx="2" presStyleCnt="3">
        <dgm:presLayoutVars>
          <dgm:bulletEnabled val="1"/>
        </dgm:presLayoutVars>
      </dgm:prSet>
      <dgm:spPr/>
    </dgm:pt>
    <dgm:pt modelId="{F2100E33-3AAE-4F5E-A038-E403700A2124}" type="pres">
      <dgm:prSet presAssocID="{5B8BD5E8-B824-45BE-BC93-874614838FA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2C0A30A-4D43-4E8A-B12E-B9797AA498C8}" type="presOf" srcId="{7D0FF406-F763-4710-85B6-22E036B730EE}" destId="{626DF387-3F5F-4933-851B-3AD4EB341C83}" srcOrd="0" destOrd="0" presId="urn:microsoft.com/office/officeart/2005/8/layout/vProcess5"/>
    <dgm:cxn modelId="{244F170F-0ADF-4282-A324-15CD30252641}" srcId="{5B8BD5E8-B824-45BE-BC93-874614838FA4}" destId="{675810EB-5C83-4EED-B1E7-FC307B2BFB9B}" srcOrd="1" destOrd="0" parTransId="{AC200DFF-372D-4B3E-93BE-3025B9D24A4F}" sibTransId="{7267510A-250B-40A3-97B7-D2431321F333}"/>
    <dgm:cxn modelId="{81834439-A257-4D7B-A643-1C014457534B}" type="presOf" srcId="{15717481-C6BA-468E-8887-14B60E6DF850}" destId="{03F98B8E-769B-48A3-8647-FE13EB20AEC7}" srcOrd="0" destOrd="0" presId="urn:microsoft.com/office/officeart/2005/8/layout/vProcess5"/>
    <dgm:cxn modelId="{10223367-FD2A-486C-B2B2-72E788272AE9}" type="presOf" srcId="{DFDA6F2A-4249-42E1-AF32-2AFE077653E3}" destId="{1CB8FB3F-56CD-4DE7-BFF9-349AD916225F}" srcOrd="0" destOrd="0" presId="urn:microsoft.com/office/officeart/2005/8/layout/vProcess5"/>
    <dgm:cxn modelId="{E6C35977-EA05-4BDF-8989-E1017FB4FCEF}" type="presOf" srcId="{675810EB-5C83-4EED-B1E7-FC307B2BFB9B}" destId="{41C55632-AA05-4417-97F5-8A68C4BF0608}" srcOrd="0" destOrd="0" presId="urn:microsoft.com/office/officeart/2005/8/layout/vProcess5"/>
    <dgm:cxn modelId="{99259E90-1499-4C36-B84F-A1AD6043A667}" srcId="{5B8BD5E8-B824-45BE-BC93-874614838FA4}" destId="{15717481-C6BA-468E-8887-14B60E6DF850}" srcOrd="0" destOrd="0" parTransId="{4E1C1F79-8DED-4FD1-ABA1-082E1ADFDB29}" sibTransId="{7D0FF406-F763-4710-85B6-22E036B730EE}"/>
    <dgm:cxn modelId="{829C2696-43B2-43E6-80A5-F0A657F759B6}" type="presOf" srcId="{15717481-C6BA-468E-8887-14B60E6DF850}" destId="{9D3B7103-19AF-4348-AFAF-D5921820A243}" srcOrd="1" destOrd="0" presId="urn:microsoft.com/office/officeart/2005/8/layout/vProcess5"/>
    <dgm:cxn modelId="{44E097B8-A523-4CC4-A62C-99EB23F97CEF}" type="presOf" srcId="{DFDA6F2A-4249-42E1-AF32-2AFE077653E3}" destId="{F2100E33-3AAE-4F5E-A038-E403700A2124}" srcOrd="1" destOrd="0" presId="urn:microsoft.com/office/officeart/2005/8/layout/vProcess5"/>
    <dgm:cxn modelId="{069D57C6-9B50-48A9-BC46-62DAB61A45C1}" type="presOf" srcId="{5B8BD5E8-B824-45BE-BC93-874614838FA4}" destId="{401CC711-EBFB-4EEC-B38A-7E8F759882A1}" srcOrd="0" destOrd="0" presId="urn:microsoft.com/office/officeart/2005/8/layout/vProcess5"/>
    <dgm:cxn modelId="{DC27F2C9-05BC-4F7E-B5E8-59662CBD86DF}" type="presOf" srcId="{7267510A-250B-40A3-97B7-D2431321F333}" destId="{6827D79E-CE8B-4E35-B672-B5E6F7DE5031}" srcOrd="0" destOrd="0" presId="urn:microsoft.com/office/officeart/2005/8/layout/vProcess5"/>
    <dgm:cxn modelId="{C48D76CC-F92E-495F-97E2-4B3B76D9EEFC}" type="presOf" srcId="{675810EB-5C83-4EED-B1E7-FC307B2BFB9B}" destId="{8B6DB781-A708-495A-BC13-D250E5CF5914}" srcOrd="1" destOrd="0" presId="urn:microsoft.com/office/officeart/2005/8/layout/vProcess5"/>
    <dgm:cxn modelId="{D05391EC-33E9-4C13-8566-60020B2812C4}" srcId="{5B8BD5E8-B824-45BE-BC93-874614838FA4}" destId="{DFDA6F2A-4249-42E1-AF32-2AFE077653E3}" srcOrd="2" destOrd="0" parTransId="{CC88D5FE-4504-419D-A0C6-83D035825FDC}" sibTransId="{760BD3EC-36F3-468B-9FCA-B81523911D34}"/>
    <dgm:cxn modelId="{039C1DC9-C6D0-4EAF-8705-668C01987FCF}" type="presParOf" srcId="{401CC711-EBFB-4EEC-B38A-7E8F759882A1}" destId="{B657A194-CD37-41F4-95F3-F5B6B7D008FB}" srcOrd="0" destOrd="0" presId="urn:microsoft.com/office/officeart/2005/8/layout/vProcess5"/>
    <dgm:cxn modelId="{68561192-30BE-4A4A-8A00-7BFD6697C853}" type="presParOf" srcId="{401CC711-EBFB-4EEC-B38A-7E8F759882A1}" destId="{03F98B8E-769B-48A3-8647-FE13EB20AEC7}" srcOrd="1" destOrd="0" presId="urn:microsoft.com/office/officeart/2005/8/layout/vProcess5"/>
    <dgm:cxn modelId="{160DCF3A-7752-4395-AFC1-0FEB50DF7B65}" type="presParOf" srcId="{401CC711-EBFB-4EEC-B38A-7E8F759882A1}" destId="{41C55632-AA05-4417-97F5-8A68C4BF0608}" srcOrd="2" destOrd="0" presId="urn:microsoft.com/office/officeart/2005/8/layout/vProcess5"/>
    <dgm:cxn modelId="{C7959465-77C0-4B5C-8B43-516AFDA4DC62}" type="presParOf" srcId="{401CC711-EBFB-4EEC-B38A-7E8F759882A1}" destId="{1CB8FB3F-56CD-4DE7-BFF9-349AD916225F}" srcOrd="3" destOrd="0" presId="urn:microsoft.com/office/officeart/2005/8/layout/vProcess5"/>
    <dgm:cxn modelId="{2DECFD2F-3061-460F-ADB2-1379C6A2B987}" type="presParOf" srcId="{401CC711-EBFB-4EEC-B38A-7E8F759882A1}" destId="{626DF387-3F5F-4933-851B-3AD4EB341C83}" srcOrd="4" destOrd="0" presId="urn:microsoft.com/office/officeart/2005/8/layout/vProcess5"/>
    <dgm:cxn modelId="{4D560FA2-C568-4E95-81A4-E2C1D85D567A}" type="presParOf" srcId="{401CC711-EBFB-4EEC-B38A-7E8F759882A1}" destId="{6827D79E-CE8B-4E35-B672-B5E6F7DE5031}" srcOrd="5" destOrd="0" presId="urn:microsoft.com/office/officeart/2005/8/layout/vProcess5"/>
    <dgm:cxn modelId="{EFF76BD4-9212-449C-A528-D6922350D3B1}" type="presParOf" srcId="{401CC711-EBFB-4EEC-B38A-7E8F759882A1}" destId="{9D3B7103-19AF-4348-AFAF-D5921820A243}" srcOrd="6" destOrd="0" presId="urn:microsoft.com/office/officeart/2005/8/layout/vProcess5"/>
    <dgm:cxn modelId="{91FB8040-965E-4DA2-BD51-91E6A8463924}" type="presParOf" srcId="{401CC711-EBFB-4EEC-B38A-7E8F759882A1}" destId="{8B6DB781-A708-495A-BC13-D250E5CF5914}" srcOrd="7" destOrd="0" presId="urn:microsoft.com/office/officeart/2005/8/layout/vProcess5"/>
    <dgm:cxn modelId="{2C3AD59F-9DFB-4FB5-9653-6F0AC6FE9FD3}" type="presParOf" srcId="{401CC711-EBFB-4EEC-B38A-7E8F759882A1}" destId="{F2100E33-3AAE-4F5E-A038-E403700A212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C4765-63D2-4CBA-AB85-CEE79ECD2ED7}">
      <dsp:nvSpPr>
        <dsp:cNvPr id="0" name=""/>
        <dsp:cNvSpPr/>
      </dsp:nvSpPr>
      <dsp:spPr>
        <a:xfrm>
          <a:off x="0" y="357835"/>
          <a:ext cx="8534400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364" tIns="749808" rIns="662364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800" kern="1200" dirty="0"/>
            <a:t>Groups : W1(Forensics and Physics), W2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800" kern="1200" dirty="0"/>
            <a:t>Email: </a:t>
          </a:r>
          <a:r>
            <a:rPr lang="en-IE" sz="2800" kern="1200" dirty="0">
              <a:hlinkClick xmlns:r="http://schemas.openxmlformats.org/officeDocument/2006/relationships" r:id="rId1"/>
            </a:rPr>
            <a:t>siobhan.roche@setu.ie</a:t>
          </a:r>
          <a:r>
            <a:rPr lang="en-IE" sz="2800" kern="1200" dirty="0">
              <a:hlinkClick xmlns:r="http://schemas.openxmlformats.org/officeDocument/2006/relationships" r:id="rId2"/>
            </a:rPr>
            <a:t> </a:t>
          </a:r>
          <a:endParaRPr lang="en-IE" sz="2800" kern="1200" dirty="0"/>
        </a:p>
      </dsp:txBody>
      <dsp:txXfrm>
        <a:off x="0" y="357835"/>
        <a:ext cx="8534400" cy="1814400"/>
      </dsp:txXfrm>
    </dsp:sp>
    <dsp:sp modelId="{90478F0A-4166-4912-A626-F4FF9026B294}">
      <dsp:nvSpPr>
        <dsp:cNvPr id="0" name=""/>
        <dsp:cNvSpPr/>
      </dsp:nvSpPr>
      <dsp:spPr>
        <a:xfrm>
          <a:off x="426720" y="33540"/>
          <a:ext cx="5974080" cy="1062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800" kern="1200" dirty="0"/>
            <a:t>Siobhan Roche</a:t>
          </a:r>
          <a:endParaRPr lang="en-US" sz="1900" kern="1200" dirty="0"/>
        </a:p>
      </dsp:txBody>
      <dsp:txXfrm>
        <a:off x="478598" y="85418"/>
        <a:ext cx="5870324" cy="958964"/>
      </dsp:txXfrm>
    </dsp:sp>
    <dsp:sp modelId="{239E2FAF-1211-4CE8-8DAD-5CCE862DCE1D}">
      <dsp:nvSpPr>
        <dsp:cNvPr id="0" name=""/>
        <dsp:cNvSpPr/>
      </dsp:nvSpPr>
      <dsp:spPr>
        <a:xfrm>
          <a:off x="0" y="3105060"/>
          <a:ext cx="8534400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364" tIns="749808" rIns="662364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800" kern="1200" dirty="0"/>
            <a:t>Groups : W3, W4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800" kern="1200" dirty="0"/>
            <a:t>Email: </a:t>
          </a:r>
          <a:r>
            <a:rPr lang="en-GB" sz="2800" b="0" i="0" kern="1200" dirty="0">
              <a:hlinkClick xmlns:r="http://schemas.openxmlformats.org/officeDocument/2006/relationships" r:id="rId3"/>
            </a:rPr>
            <a:t>mairead.meagher@setu.ie</a:t>
          </a:r>
          <a:r>
            <a:rPr lang="en-IE" sz="2800" b="0" i="0" kern="1200" dirty="0"/>
            <a:t> </a:t>
          </a:r>
          <a:endParaRPr lang="en-IE" sz="2800" kern="1200" dirty="0"/>
        </a:p>
      </dsp:txBody>
      <dsp:txXfrm>
        <a:off x="0" y="3105060"/>
        <a:ext cx="8534400" cy="1814400"/>
      </dsp:txXfrm>
    </dsp:sp>
    <dsp:sp modelId="{C4102802-4075-437B-8BD7-22D24FAB4788}">
      <dsp:nvSpPr>
        <dsp:cNvPr id="0" name=""/>
        <dsp:cNvSpPr/>
      </dsp:nvSpPr>
      <dsp:spPr>
        <a:xfrm>
          <a:off x="426720" y="2573700"/>
          <a:ext cx="5974080" cy="1062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800" kern="1200" dirty="0"/>
            <a:t>Mairead Meagher</a:t>
          </a:r>
        </a:p>
      </dsp:txBody>
      <dsp:txXfrm>
        <a:off x="478598" y="2625578"/>
        <a:ext cx="5870324" cy="958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12D192-E3AF-4AA8-A234-6F3D92895AA9}">
      <dsp:nvSpPr>
        <dsp:cNvPr id="0" name=""/>
        <dsp:cNvSpPr/>
      </dsp:nvSpPr>
      <dsp:spPr>
        <a:xfrm>
          <a:off x="0" y="0"/>
          <a:ext cx="10971213" cy="1668179"/>
        </a:xfrm>
        <a:prstGeom prst="roundRect">
          <a:avLst>
            <a:gd name="adj" fmla="val 10000"/>
          </a:avLst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12 weeks of delivery</a:t>
          </a:r>
        </a:p>
      </dsp:txBody>
      <dsp:txXfrm>
        <a:off x="48859" y="48859"/>
        <a:ext cx="10873495" cy="1570461"/>
      </dsp:txXfrm>
    </dsp:sp>
    <dsp:sp modelId="{CB1B026B-B875-40BB-9D0C-5F72F8CB57D4}">
      <dsp:nvSpPr>
        <dsp:cNvPr id="0" name=""/>
        <dsp:cNvSpPr/>
      </dsp:nvSpPr>
      <dsp:spPr>
        <a:xfrm>
          <a:off x="0" y="1875600"/>
          <a:ext cx="6237799" cy="1668179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2 Lectures </a:t>
          </a:r>
          <a:br>
            <a:rPr lang="en-US" sz="3200" kern="1200" dirty="0"/>
          </a:br>
          <a:endParaRPr lang="en-US" sz="3200" kern="1200" dirty="0"/>
        </a:p>
      </dsp:txBody>
      <dsp:txXfrm>
        <a:off x="48859" y="1924459"/>
        <a:ext cx="6140081" cy="1570461"/>
      </dsp:txXfrm>
    </dsp:sp>
    <dsp:sp modelId="{B44971DA-F4E4-48A8-9A80-67FCA1382821}">
      <dsp:nvSpPr>
        <dsp:cNvPr id="0" name=""/>
        <dsp:cNvSpPr/>
      </dsp:nvSpPr>
      <dsp:spPr>
        <a:xfrm>
          <a:off x="6605389" y="1952937"/>
          <a:ext cx="4366617" cy="1668179"/>
        </a:xfrm>
        <a:prstGeom prst="roundRect">
          <a:avLst>
            <a:gd name="adj" fmla="val 10000"/>
          </a:avLst>
        </a:prstGeom>
        <a:solidFill>
          <a:srgbClr val="7030A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3 hours of Labs</a:t>
          </a:r>
        </a:p>
      </dsp:txBody>
      <dsp:txXfrm>
        <a:off x="6654248" y="2001796"/>
        <a:ext cx="4268899" cy="15704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395C32-5A25-074C-88CC-AB2213E6ED35}">
      <dsp:nvSpPr>
        <dsp:cNvPr id="0" name=""/>
        <dsp:cNvSpPr/>
      </dsp:nvSpPr>
      <dsp:spPr>
        <a:xfrm>
          <a:off x="-411478" y="0"/>
          <a:ext cx="10972794" cy="14688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600" b="1" kern="1200" dirty="0"/>
            <a:t>Post the issue in Slack</a:t>
          </a:r>
          <a:r>
            <a:rPr lang="en-IE" sz="2600" kern="1200" dirty="0"/>
            <a:t>; </a:t>
          </a:r>
          <a:br>
            <a:rPr lang="en-IE" sz="2600" kern="1200" dirty="0"/>
          </a:br>
          <a:r>
            <a:rPr lang="en-IE" sz="2600" kern="1200" dirty="0"/>
            <a:t>	think of it as asking a question in a traditional classroom.  </a:t>
          </a:r>
          <a:br>
            <a:rPr lang="en-IE" sz="2600" kern="1200" dirty="0"/>
          </a:br>
          <a:r>
            <a:rPr lang="en-IE" sz="2600" kern="1200" dirty="0"/>
            <a:t>	Include any screen shots, screen recordings, etc. </a:t>
          </a:r>
          <a:br>
            <a:rPr lang="en-IE" sz="2600" kern="1200" dirty="0"/>
          </a:br>
          <a:r>
            <a:rPr lang="en-IE" sz="2600" kern="1200" dirty="0"/>
            <a:t>	you think might help with solving the problem.</a:t>
          </a:r>
        </a:p>
      </dsp:txBody>
      <dsp:txXfrm>
        <a:off x="-368456" y="43022"/>
        <a:ext cx="9123229" cy="1382837"/>
      </dsp:txXfrm>
    </dsp:sp>
    <dsp:sp modelId="{7AE6B4B6-5E86-0C46-B711-BD914D07BC85}">
      <dsp:nvSpPr>
        <dsp:cNvPr id="0" name=""/>
        <dsp:cNvSpPr/>
      </dsp:nvSpPr>
      <dsp:spPr>
        <a:xfrm>
          <a:off x="640083" y="1713695"/>
          <a:ext cx="10515590" cy="14688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50000"/>
                <a:satMod val="300000"/>
              </a:schemeClr>
            </a:gs>
            <a:gs pos="35000">
              <a:schemeClr val="accent5">
                <a:hueOff val="-4966938"/>
                <a:satOff val="19906"/>
                <a:lumOff val="4314"/>
                <a:alphaOff val="0"/>
                <a:tint val="37000"/>
                <a:satMod val="30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 dirty="0"/>
            <a:t>We encourage classmates to help each other (</a:t>
          </a:r>
          <a:r>
            <a:rPr lang="en-IE" sz="2500" b="1" kern="1200" dirty="0"/>
            <a:t>peer learning</a:t>
          </a:r>
          <a:r>
            <a:rPr lang="en-IE" sz="2500" kern="1200" dirty="0"/>
            <a:t>), </a:t>
          </a:r>
          <a:br>
            <a:rPr lang="en-IE" sz="2500" kern="1200" dirty="0"/>
          </a:br>
          <a:r>
            <a:rPr lang="en-IE" sz="2500" kern="1200" dirty="0"/>
            <a:t>	if you know the answer to another student’s issue, </a:t>
          </a:r>
          <a:br>
            <a:rPr lang="en-IE" sz="2500" kern="1200" dirty="0"/>
          </a:br>
          <a:r>
            <a:rPr lang="en-IE" sz="2500" kern="1200" dirty="0"/>
            <a:t>	please do respond.</a:t>
          </a:r>
        </a:p>
      </dsp:txBody>
      <dsp:txXfrm>
        <a:off x="683105" y="1756717"/>
        <a:ext cx="8425241" cy="1382837"/>
      </dsp:txXfrm>
    </dsp:sp>
    <dsp:sp modelId="{C5CDF482-F510-9749-A50E-239DAA99758A}">
      <dsp:nvSpPr>
        <dsp:cNvPr id="0" name=""/>
        <dsp:cNvSpPr/>
      </dsp:nvSpPr>
      <dsp:spPr>
        <a:xfrm>
          <a:off x="2057398" y="3427390"/>
          <a:ext cx="9326880" cy="14688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 dirty="0"/>
            <a:t>All our responses will be via Slack </a:t>
          </a:r>
          <a:br>
            <a:rPr lang="en-IE" sz="2500" kern="1200" dirty="0"/>
          </a:br>
          <a:r>
            <a:rPr lang="en-IE" sz="2500" kern="1200" dirty="0"/>
            <a:t>	so that all students can see the resolution.</a:t>
          </a:r>
          <a:br>
            <a:rPr lang="en-IE" sz="2500" kern="1200" dirty="0"/>
          </a:br>
          <a:r>
            <a:rPr lang="en-IE" sz="2500" kern="1200" dirty="0"/>
            <a:t>	for </a:t>
          </a:r>
          <a:r>
            <a:rPr lang="en-IE" sz="2500" b="1" kern="1200" dirty="0"/>
            <a:t>private issues, use DM </a:t>
          </a:r>
          <a:r>
            <a:rPr lang="en-IE" sz="2500" kern="1200" dirty="0"/>
            <a:t>in Slack</a:t>
          </a:r>
        </a:p>
      </dsp:txBody>
      <dsp:txXfrm>
        <a:off x="2100420" y="3470412"/>
        <a:ext cx="7463102" cy="1382837"/>
      </dsp:txXfrm>
    </dsp:sp>
    <dsp:sp modelId="{25E122EF-D1E6-DC48-8DA9-B9263BACC161}">
      <dsp:nvSpPr>
        <dsp:cNvPr id="0" name=""/>
        <dsp:cNvSpPr/>
      </dsp:nvSpPr>
      <dsp:spPr>
        <a:xfrm>
          <a:off x="8783585" y="1113901"/>
          <a:ext cx="954773" cy="95477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998409" y="1113901"/>
        <a:ext cx="525125" cy="718467"/>
      </dsp:txXfrm>
    </dsp:sp>
    <dsp:sp modelId="{D471284F-AF7B-6F44-AE6E-3DB23C9635A2}">
      <dsp:nvSpPr>
        <dsp:cNvPr id="0" name=""/>
        <dsp:cNvSpPr/>
      </dsp:nvSpPr>
      <dsp:spPr>
        <a:xfrm>
          <a:off x="9606545" y="2817804"/>
          <a:ext cx="954773" cy="95477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821369" y="2817804"/>
        <a:ext cx="525125" cy="7184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98B8E-769B-48A3-8647-FE13EB20AEC7}">
      <dsp:nvSpPr>
        <dsp:cNvPr id="0" name=""/>
        <dsp:cNvSpPr/>
      </dsp:nvSpPr>
      <dsp:spPr>
        <a:xfrm>
          <a:off x="0" y="0"/>
          <a:ext cx="9585959" cy="14083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 dirty="0"/>
            <a:t>Search </a:t>
          </a:r>
          <a:r>
            <a:rPr lang="en-IE" sz="3200" b="1" kern="1200" dirty="0"/>
            <a:t>#Slack </a:t>
          </a:r>
          <a:r>
            <a:rPr lang="en-IE" sz="3200" kern="1200" dirty="0"/>
            <a:t>Chatroom</a:t>
          </a:r>
        </a:p>
      </dsp:txBody>
      <dsp:txXfrm>
        <a:off x="41248" y="41248"/>
        <a:ext cx="8066281" cy="1325815"/>
      </dsp:txXfrm>
    </dsp:sp>
    <dsp:sp modelId="{41C55632-AA05-4417-97F5-8A68C4BF0608}">
      <dsp:nvSpPr>
        <dsp:cNvPr id="0" name=""/>
        <dsp:cNvSpPr/>
      </dsp:nvSpPr>
      <dsp:spPr>
        <a:xfrm>
          <a:off x="845819" y="1643029"/>
          <a:ext cx="9585959" cy="14083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50000"/>
                <a:satMod val="300000"/>
              </a:schemeClr>
            </a:gs>
            <a:gs pos="35000">
              <a:schemeClr val="accent5">
                <a:hueOff val="-4966938"/>
                <a:satOff val="19906"/>
                <a:lumOff val="4314"/>
                <a:alphaOff val="0"/>
                <a:tint val="37000"/>
                <a:satMod val="30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 dirty="0"/>
            <a:t>Check Google / </a:t>
          </a:r>
          <a:r>
            <a:rPr lang="en-IE" sz="3200" b="1" kern="1200" dirty="0" err="1"/>
            <a:t>StackOverflow</a:t>
          </a:r>
          <a:r>
            <a:rPr lang="en-IE" sz="3200" kern="1200" dirty="0"/>
            <a:t> </a:t>
          </a:r>
          <a:br>
            <a:rPr lang="en-IE" sz="3200" kern="1200" dirty="0"/>
          </a:br>
          <a:r>
            <a:rPr lang="en-IE" sz="3200" kern="1200" dirty="0"/>
            <a:t>(or equivalent) for possible solution</a:t>
          </a:r>
        </a:p>
      </dsp:txBody>
      <dsp:txXfrm>
        <a:off x="887067" y="1684277"/>
        <a:ext cx="7742240" cy="1325815"/>
      </dsp:txXfrm>
    </dsp:sp>
    <dsp:sp modelId="{1CB8FB3F-56CD-4DE7-BFF9-349AD916225F}">
      <dsp:nvSpPr>
        <dsp:cNvPr id="0" name=""/>
        <dsp:cNvSpPr/>
      </dsp:nvSpPr>
      <dsp:spPr>
        <a:xfrm>
          <a:off x="1691639" y="3286059"/>
          <a:ext cx="9585959" cy="14083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3200" kern="1200" dirty="0"/>
            <a:t>Post the issue on </a:t>
          </a:r>
          <a:r>
            <a:rPr lang="en-IE" sz="3200" b="1" kern="1200" dirty="0"/>
            <a:t>#Slack </a:t>
          </a:r>
          <a:br>
            <a:rPr lang="en-IE" sz="3200" b="1" kern="1200" dirty="0"/>
          </a:br>
          <a:r>
            <a:rPr lang="en-IE" sz="3200" b="0" kern="1200" dirty="0"/>
            <a:t>programming </a:t>
          </a:r>
          <a:r>
            <a:rPr lang="en-IE" sz="3200" kern="1200" dirty="0"/>
            <a:t>channel</a:t>
          </a:r>
          <a:endParaRPr lang="en-US" sz="3200" kern="1200" dirty="0"/>
        </a:p>
      </dsp:txBody>
      <dsp:txXfrm>
        <a:off x="1732887" y="3327307"/>
        <a:ext cx="7742240" cy="1325815"/>
      </dsp:txXfrm>
    </dsp:sp>
    <dsp:sp modelId="{626DF387-3F5F-4933-851B-3AD4EB341C83}">
      <dsp:nvSpPr>
        <dsp:cNvPr id="0" name=""/>
        <dsp:cNvSpPr/>
      </dsp:nvSpPr>
      <dsp:spPr>
        <a:xfrm>
          <a:off x="8670556" y="1067969"/>
          <a:ext cx="915402" cy="915402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876521" y="1067969"/>
        <a:ext cx="503472" cy="688840"/>
      </dsp:txXfrm>
    </dsp:sp>
    <dsp:sp modelId="{6827D79E-CE8B-4E35-B672-B5E6F7DE5031}">
      <dsp:nvSpPr>
        <dsp:cNvPr id="0" name=""/>
        <dsp:cNvSpPr/>
      </dsp:nvSpPr>
      <dsp:spPr>
        <a:xfrm>
          <a:off x="9516376" y="2701610"/>
          <a:ext cx="915402" cy="915402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722341" y="2701610"/>
        <a:ext cx="503472" cy="688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14/01/2024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These technologies are used to deliver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62006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These technologies are the software development technologies/approaches that we will teach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7208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IDE – Integrated Development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498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285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86967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3087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20997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6312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Can visually the result of your programming code.</a:t>
            </a:r>
          </a:p>
          <a:p>
            <a:r>
              <a:rPr lang="en-IE" dirty="0"/>
              <a:t>Visual confirmation that your code is correct.</a:t>
            </a:r>
          </a:p>
          <a:p>
            <a:r>
              <a:rPr lang="en-IE" dirty="0"/>
              <a:t>Little “ceremony” around getting a piece of code to work…simple IDE and you can have a program with only one line of code if you wish.</a:t>
            </a:r>
          </a:p>
          <a:p>
            <a:r>
              <a:rPr lang="en-IE" dirty="0"/>
              <a:t>Helps with understanding flow of control e.g. sequence, selection (if), iteration (loops)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184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are using version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73989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481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t.ie/current_students/student_affairs/mitigating-circumstanc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ssing.org/overview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hyperlink" Target="https://library.wit.ie/Resources/ebook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hyperlink" Target="https://processing.org/book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Programming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32224"/>
            <a:ext cx="25527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0" y="3869324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Siobhan Roche 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 Introduction to the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D425D7-BC95-4041-B7AF-E29A28D10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378" y="1246605"/>
            <a:ext cx="1926021" cy="33253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6E761F-E6A9-9565-BC08-58D64EFB6F60}"/>
              </a:ext>
            </a:extLst>
          </p:cNvPr>
          <p:cNvSpPr txBox="1"/>
          <p:nvPr/>
        </p:nvSpPr>
        <p:spPr>
          <a:xfrm>
            <a:off x="5105400" y="5974494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rgbClr val="435465"/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rgbClr val="435465"/>
                </a:solidFill>
              </a:rPr>
              <a:t>setu.ie</a:t>
            </a:r>
            <a:endParaRPr lang="en-IE" sz="1600" dirty="0">
              <a:solidFill>
                <a:srgbClr val="435465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9A7038-6CD1-67ED-A9DA-393D0C7F8F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5181600"/>
            <a:ext cx="2971800" cy="166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E" dirty="0"/>
              <a:t>Agenda</a:t>
            </a: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2</a:t>
            </a:fld>
            <a:endParaRPr lang="en-IE"/>
          </a:p>
        </p:txBody>
      </p:sp>
      <p:sp>
        <p:nvSpPr>
          <p:cNvPr id="246" name="Shape 246"/>
          <p:cNvSpPr>
            <a:spLocks noGrp="1"/>
          </p:cNvSpPr>
          <p:nvPr>
            <p:ph type="body" idx="4294967295"/>
          </p:nvPr>
        </p:nvSpPr>
        <p:spPr>
          <a:xfrm>
            <a:off x="1981200" y="1830388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E" sz="2800" i="1" dirty="0"/>
              <a:t>Lecturers / Tutors</a:t>
            </a:r>
          </a:p>
          <a:p>
            <a:pPr>
              <a:lnSpc>
                <a:spcPct val="150000"/>
              </a:lnSpc>
            </a:pPr>
            <a:r>
              <a:rPr lang="en-IE" sz="2800" i="1" dirty="0"/>
              <a:t>Module Structure &amp; Delivery</a:t>
            </a:r>
          </a:p>
          <a:p>
            <a:pPr>
              <a:lnSpc>
                <a:spcPct val="150000"/>
              </a:lnSpc>
            </a:pPr>
            <a:r>
              <a:rPr lang="en-IE" sz="2800" i="1" dirty="0"/>
              <a:t>Technologies</a:t>
            </a:r>
            <a:endParaRPr lang="en-IE" sz="2400" i="1" dirty="0"/>
          </a:p>
          <a:p>
            <a:pPr>
              <a:lnSpc>
                <a:spcPct val="150000"/>
              </a:lnSpc>
            </a:pPr>
            <a:r>
              <a:rPr lang="en-IE" sz="2800" i="1" dirty="0"/>
              <a:t>Module Assessment (Assignments)</a:t>
            </a:r>
          </a:p>
          <a:p>
            <a:pPr>
              <a:lnSpc>
                <a:spcPct val="150000"/>
              </a:lnSpc>
            </a:pPr>
            <a:r>
              <a:rPr lang="en-IE" sz="2800" i="1" dirty="0"/>
              <a:t>Troubleshooting Labs</a:t>
            </a:r>
          </a:p>
          <a:p>
            <a:pPr>
              <a:lnSpc>
                <a:spcPct val="150000"/>
              </a:lnSpc>
            </a:pPr>
            <a:r>
              <a:rPr lang="en-IE" sz="2800" i="1" dirty="0"/>
              <a:t>Ethos</a:t>
            </a:r>
          </a:p>
        </p:txBody>
      </p:sp>
    </p:spTree>
    <p:extLst>
      <p:ext uri="{BB962C8B-B14F-4D97-AF65-F5344CB8AC3E}">
        <p14:creationId xmlns:p14="http://schemas.microsoft.com/office/powerpoint/2010/main" val="374382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E" dirty="0"/>
              <a:t>Introducing your lecturers / tutors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3</a:t>
            </a:fld>
            <a:endParaRPr lang="en-IE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F9366FA-7543-47BB-9CE7-EA14612B24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3073293"/>
              </p:ext>
            </p:extLst>
          </p:nvPr>
        </p:nvGraphicFramePr>
        <p:xfrm>
          <a:off x="1828800" y="1376456"/>
          <a:ext cx="85344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4472334"/>
            <a:ext cx="950400" cy="950400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5" b="11361"/>
          <a:stretch/>
        </p:blipFill>
        <p:spPr>
          <a:xfrm>
            <a:off x="9982200" y="1751153"/>
            <a:ext cx="990600" cy="107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E" dirty="0"/>
              <a:t>Module Structure</a:t>
            </a: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4</a:t>
            </a:fld>
            <a:endParaRPr lang="en-IE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455563685"/>
              </p:ext>
            </p:extLst>
          </p:nvPr>
        </p:nvGraphicFramePr>
        <p:xfrm>
          <a:off x="609600" y="1787260"/>
          <a:ext cx="10972800" cy="3622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3380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804672" y="2600325"/>
            <a:ext cx="4948428" cy="265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tx1"/>
                </a:solidFill>
              </a:rPr>
              <a:t>Learning Technologies</a:t>
            </a:r>
          </a:p>
        </p:txBody>
      </p:sp>
      <p:pic>
        <p:nvPicPr>
          <p:cNvPr id="2052" name="Picture 4" descr="Image result for moodle 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327" y="2164254"/>
            <a:ext cx="1808902" cy="46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EE90DB-03D1-4293-BC78-2EB34BD37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2145" y="4790256"/>
            <a:ext cx="1879059" cy="6200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12CA02-0CE0-934D-B867-D3D203AA38CD}"/>
              </a:ext>
            </a:extLst>
          </p:cNvPr>
          <p:cNvSpPr txBox="1"/>
          <p:nvPr/>
        </p:nvSpPr>
        <p:spPr>
          <a:xfrm>
            <a:off x="8771794" y="3753858"/>
            <a:ext cx="1684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000000"/>
                </a:highlight>
              </a:rPr>
              <a:t>DESKTOP APPS: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E50C0B-BCA2-6FB7-BE23-668D54CB4F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761" y="470483"/>
            <a:ext cx="22225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00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1803662" y="4535875"/>
            <a:ext cx="8584676" cy="1044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800" dirty="0">
                <a:solidFill>
                  <a:schemeClr val="tx1"/>
                </a:solidFill>
              </a:rPr>
              <a:t>Programming Technologies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0C45045A-6083-4B3E-956A-675823375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744" y="832894"/>
            <a:ext cx="3300984" cy="33009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EBD2B2B2-1395-4E7B-87A0-BD34551C0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5336" y="997486"/>
            <a:ext cx="2971800" cy="29718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42875DDC-0225-45F8-B745-78688F2D1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45509" y="832894"/>
            <a:ext cx="3300984" cy="33009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4F329563-0961-4426-90D2-2DF4888E5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0101" y="997486"/>
            <a:ext cx="2971800" cy="29718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6" name="Picture 4" descr="Image result for intellij icon">
            <a:extLst>
              <a:ext uri="{FF2B5EF4-FFF2-40B4-BE49-F238E27FC236}">
                <a16:creationId xmlns:a16="http://schemas.microsoft.com/office/drawing/2014/main" id="{5056CD6A-22A5-460D-B554-B6B54002B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020" y="1564075"/>
            <a:ext cx="1837944" cy="183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" name="Oval 144">
            <a:extLst>
              <a:ext uri="{FF2B5EF4-FFF2-40B4-BE49-F238E27FC236}">
                <a16:creationId xmlns:a16="http://schemas.microsoft.com/office/drawing/2014/main" id="{12617755-D451-4BAF-9B55-518297BFF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0273" y="832894"/>
            <a:ext cx="3300984" cy="33009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86C062C2-3673-4248-BE21-B51B16E63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24865" y="997486"/>
            <a:ext cx="2971800" cy="29718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Image result for java">
            <a:extLst>
              <a:ext uri="{FF2B5EF4-FFF2-40B4-BE49-F238E27FC236}">
                <a16:creationId xmlns:a16="http://schemas.microsoft.com/office/drawing/2014/main" id="{667526F7-82EB-4E1F-BEA3-BC94D2CEA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1793" y="1564075"/>
            <a:ext cx="1837944" cy="183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02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525A8-6763-F54D-BBC0-7E5EECBF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Calendar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A2AC33-F671-4435-7F16-0D52C0C10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296409"/>
            <a:ext cx="5232400" cy="927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B81760-E843-42A5-0D0A-61DB2A91B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440327"/>
            <a:ext cx="5043812" cy="531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93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Brace 4">
            <a:extLst>
              <a:ext uri="{FF2B5EF4-FFF2-40B4-BE49-F238E27FC236}">
                <a16:creationId xmlns:a16="http://schemas.microsoft.com/office/drawing/2014/main" id="{55EB96A3-2B90-B14B-88BF-C27E9FAE0C00}"/>
              </a:ext>
            </a:extLst>
          </p:cNvPr>
          <p:cNvSpPr/>
          <p:nvPr/>
        </p:nvSpPr>
        <p:spPr>
          <a:xfrm>
            <a:off x="4953000" y="1295400"/>
            <a:ext cx="501006" cy="1066800"/>
          </a:xfrm>
          <a:prstGeom prst="rightBrace">
            <a:avLst>
              <a:gd name="adj1" fmla="val 0"/>
              <a:gd name="adj2" fmla="val 50000"/>
            </a:avLst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68A067B-1132-624C-B49A-6C946B683414}"/>
              </a:ext>
            </a:extLst>
          </p:cNvPr>
          <p:cNvSpPr/>
          <p:nvPr/>
        </p:nvSpPr>
        <p:spPr>
          <a:xfrm>
            <a:off x="4954472" y="2466876"/>
            <a:ext cx="499534" cy="3248125"/>
          </a:xfrm>
          <a:prstGeom prst="rightBrace">
            <a:avLst>
              <a:gd name="adj1" fmla="val 0"/>
              <a:gd name="adj2" fmla="val 50000"/>
            </a:avLst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4" descr="Image result for intellij icon">
            <a:extLst>
              <a:ext uri="{FF2B5EF4-FFF2-40B4-BE49-F238E27FC236}">
                <a16:creationId xmlns:a16="http://schemas.microsoft.com/office/drawing/2014/main" id="{E89E2189-D50C-E449-9CDF-9F53148C6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859" y="3657600"/>
            <a:ext cx="1837944" cy="183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java">
            <a:extLst>
              <a:ext uri="{FF2B5EF4-FFF2-40B4-BE49-F238E27FC236}">
                <a16:creationId xmlns:a16="http://schemas.microsoft.com/office/drawing/2014/main" id="{25B1B58D-B645-FA42-9F6B-E2E63B145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46642"/>
            <a:ext cx="5564716" cy="556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1029D8-C722-FB8F-DF9A-9AC6714EA7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7" y="1142999"/>
            <a:ext cx="4946759" cy="467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498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A43294-3AFB-A64C-B534-5A6F3991E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151253"/>
              </p:ext>
            </p:extLst>
          </p:nvPr>
        </p:nvGraphicFramePr>
        <p:xfrm>
          <a:off x="457200" y="426334"/>
          <a:ext cx="5638800" cy="632952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7950">
                  <a:extLst>
                    <a:ext uri="{9D8B030D-6E8A-4147-A177-3AD203B41FA5}">
                      <a16:colId xmlns:a16="http://schemas.microsoft.com/office/drawing/2014/main" val="1396777395"/>
                    </a:ext>
                  </a:extLst>
                </a:gridCol>
                <a:gridCol w="4230850">
                  <a:extLst>
                    <a:ext uri="{9D8B030D-6E8A-4147-A177-3AD203B41FA5}">
                      <a16:colId xmlns:a16="http://schemas.microsoft.com/office/drawing/2014/main" val="1689263026"/>
                    </a:ext>
                  </a:extLst>
                </a:gridCol>
              </a:tblGrid>
              <a:tr h="259088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Week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Lecture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1150181"/>
                  </a:ext>
                </a:extLst>
              </a:tr>
              <a:tr h="197326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1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909" marR="84909" marT="42454" marB="424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Intro to Processing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293739"/>
                  </a:ext>
                </a:extLst>
              </a:tr>
              <a:tr h="38837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Animate your Drawings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480775"/>
                  </a:ext>
                </a:extLst>
              </a:tr>
              <a:tr h="621620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2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909" marR="84909" marT="42454" marB="424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If statement and Events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629165"/>
                  </a:ext>
                </a:extLst>
              </a:tr>
              <a:tr h="6096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Iteration (for and while)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851095"/>
                  </a:ext>
                </a:extLst>
              </a:tr>
              <a:tr h="197326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3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909" marR="84909" marT="42454" marB="424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Methods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468396"/>
                  </a:ext>
                </a:extLst>
              </a:tr>
              <a:tr h="38837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More on Methods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307256"/>
                  </a:ext>
                </a:extLst>
              </a:tr>
              <a:tr h="388370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4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909" marR="84909" marT="42454" marB="424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IntelliJ, JVM and I/O</a:t>
                      </a:r>
                      <a:endParaRPr kumimoji="0" lang="en-IE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896665"/>
                  </a:ext>
                </a:extLst>
              </a:tr>
              <a:tr h="38837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E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378928"/>
                  </a:ext>
                </a:extLst>
              </a:tr>
              <a:tr h="197326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5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909" marR="84909" marT="42454" marB="424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Strings and Intro to Classes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694057"/>
                  </a:ext>
                </a:extLst>
              </a:tr>
              <a:tr h="19732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266221"/>
                  </a:ext>
                </a:extLst>
              </a:tr>
              <a:tr h="351057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6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909" marR="84909" marT="42454" marB="424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Arrays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198366"/>
                  </a:ext>
                </a:extLst>
              </a:tr>
              <a:tr h="19732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4476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755D2F-F2C6-2D4B-B685-8D0CFE285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706864"/>
              </p:ext>
            </p:extLst>
          </p:nvPr>
        </p:nvGraphicFramePr>
        <p:xfrm>
          <a:off x="6400802" y="426334"/>
          <a:ext cx="5376590" cy="648246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42478">
                  <a:extLst>
                    <a:ext uri="{9D8B030D-6E8A-4147-A177-3AD203B41FA5}">
                      <a16:colId xmlns:a16="http://schemas.microsoft.com/office/drawing/2014/main" val="1396777395"/>
                    </a:ext>
                  </a:extLst>
                </a:gridCol>
                <a:gridCol w="4034112">
                  <a:extLst>
                    <a:ext uri="{9D8B030D-6E8A-4147-A177-3AD203B41FA5}">
                      <a16:colId xmlns:a16="http://schemas.microsoft.com/office/drawing/2014/main" val="1689263026"/>
                    </a:ext>
                  </a:extLst>
                </a:gridCol>
              </a:tblGrid>
              <a:tr h="259088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Week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Lecture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1150181"/>
                  </a:ext>
                </a:extLst>
              </a:tr>
              <a:tr h="197326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7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909" marR="84909" marT="42454" marB="424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Classes and Encapsulation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555691"/>
                  </a:ext>
                </a:extLst>
              </a:tr>
              <a:tr h="19732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000" u="none" strike="noStrike" dirty="0">
                          <a:effectLst/>
                        </a:rPr>
                        <a:t>Arrays and Classes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627007"/>
                  </a:ext>
                </a:extLst>
              </a:tr>
              <a:tr h="197326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8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909" marR="84909" marT="42454" marB="424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Grouping Objects (</a:t>
                      </a:r>
                      <a:r>
                        <a:rPr lang="en-IE" sz="2000" u="none" strike="noStrike" dirty="0" err="1">
                          <a:effectLst/>
                        </a:rPr>
                        <a:t>ArrayLists</a:t>
                      </a:r>
                      <a:r>
                        <a:rPr lang="en-IE" sz="2000" u="none" strike="noStrike" dirty="0">
                          <a:effectLst/>
                        </a:rPr>
                        <a:t>)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077846"/>
                  </a:ext>
                </a:extLst>
              </a:tr>
              <a:tr h="19732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 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634176"/>
                  </a:ext>
                </a:extLst>
              </a:tr>
              <a:tr h="351057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9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909" marR="84909" marT="42454" marB="424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Menu  and CRUD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2556"/>
                  </a:ext>
                </a:extLst>
              </a:tr>
              <a:tr h="19732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000" u="none" strike="noStrike" dirty="0">
                          <a:effectLst/>
                        </a:rPr>
                        <a:t>Persistence (XML) and Exceptions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185366"/>
                  </a:ext>
                </a:extLst>
              </a:tr>
              <a:tr h="197326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10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909" marR="84909" marT="42454" marB="424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000" u="none" strike="noStrike" dirty="0">
                          <a:effectLst/>
                        </a:rPr>
                        <a:t>Collections (Map and Set)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743430"/>
                  </a:ext>
                </a:extLst>
              </a:tr>
              <a:tr h="19732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 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08743"/>
                  </a:ext>
                </a:extLst>
              </a:tr>
              <a:tr h="197326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11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909" marR="84909" marT="42454" marB="424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000" u="none" strike="noStrike" dirty="0">
                          <a:effectLst/>
                        </a:rPr>
                        <a:t>Inheritance and Polymorphism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644413"/>
                  </a:ext>
                </a:extLst>
              </a:tr>
              <a:tr h="19732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 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F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532870"/>
                  </a:ext>
                </a:extLst>
              </a:tr>
              <a:tr h="351057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b="1" u="none" strike="noStrike" dirty="0">
                          <a:effectLst/>
                        </a:rPr>
                        <a:t>12</a:t>
                      </a:r>
                      <a:endParaRPr lang="en-IE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909" marR="84909" marT="42454" marB="424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Assignment Studio</a:t>
                      </a: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442982"/>
                  </a:ext>
                </a:extLst>
              </a:tr>
              <a:tr h="17975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IE" sz="2000" u="none" strike="noStrike" dirty="0">
                          <a:effectLst/>
                        </a:rPr>
                        <a:t> </a:t>
                      </a:r>
                      <a:endParaRPr lang="en-IE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2" marR="6282" marT="6282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641662"/>
                  </a:ext>
                </a:extLst>
              </a:tr>
            </a:tbl>
          </a:graphicData>
        </a:graphic>
      </p:graphicFrame>
      <p:pic>
        <p:nvPicPr>
          <p:cNvPr id="6" name="Picture 4" descr="Image result for intellij icon">
            <a:extLst>
              <a:ext uri="{FF2B5EF4-FFF2-40B4-BE49-F238E27FC236}">
                <a16:creationId xmlns:a16="http://schemas.microsoft.com/office/drawing/2014/main" id="{657A93D1-923D-D948-9332-FABB270C1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625" y="59267"/>
            <a:ext cx="1151464" cy="115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041" y="426334"/>
            <a:ext cx="1159805" cy="1073192"/>
          </a:xfrm>
          <a:prstGeom prst="rect">
            <a:avLst/>
          </a:prstGeom>
        </p:spPr>
      </p:pic>
      <p:pic>
        <p:nvPicPr>
          <p:cNvPr id="8" name="Picture 4" descr="Image result for intellij icon">
            <a:extLst>
              <a:ext uri="{FF2B5EF4-FFF2-40B4-BE49-F238E27FC236}">
                <a16:creationId xmlns:a16="http://schemas.microsoft.com/office/drawing/2014/main" id="{657A93D1-923D-D948-9332-FABB270C1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582" y="3810000"/>
            <a:ext cx="1151464" cy="115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85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620E9E-B5C1-CB47-AE1C-D7919D2AA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250023"/>
            <a:ext cx="4128708" cy="197029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398C7BF-59DE-C54A-BA70-89933F91593E}"/>
              </a:ext>
            </a:extLst>
          </p:cNvPr>
          <p:cNvCxnSpPr>
            <a:cxnSpLocks/>
          </p:cNvCxnSpPr>
          <p:nvPr/>
        </p:nvCxnSpPr>
        <p:spPr>
          <a:xfrm>
            <a:off x="609599" y="3657600"/>
            <a:ext cx="11285343" cy="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8756936-5851-F34A-A668-31CEE7CB2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859" y="1208926"/>
            <a:ext cx="1962828" cy="19725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C4B97E-0D64-5045-84A1-EAFC5190DD4E}"/>
              </a:ext>
            </a:extLst>
          </p:cNvPr>
          <p:cNvSpPr txBox="1"/>
          <p:nvPr/>
        </p:nvSpPr>
        <p:spPr>
          <a:xfrm>
            <a:off x="1084699" y="1906114"/>
            <a:ext cx="1447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Assignment 1</a:t>
            </a:r>
          </a:p>
          <a:p>
            <a:r>
              <a:rPr lang="en-GB" dirty="0"/>
              <a:t>(P1)</a:t>
            </a:r>
          </a:p>
        </p:txBody>
      </p:sp>
    </p:spTree>
    <p:extLst>
      <p:ext uri="{BB962C8B-B14F-4D97-AF65-F5344CB8AC3E}">
        <p14:creationId xmlns:p14="http://schemas.microsoft.com/office/powerpoint/2010/main" val="2425895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D57DB71-2EFF-294F-9D8C-8A529B8B3C51}"/>
              </a:ext>
            </a:extLst>
          </p:cNvPr>
          <p:cNvSpPr txBox="1"/>
          <p:nvPr/>
        </p:nvSpPr>
        <p:spPr>
          <a:xfrm>
            <a:off x="8686800" y="2831428"/>
            <a:ext cx="269798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% </a:t>
            </a:r>
          </a:p>
          <a:p>
            <a:pPr algn="ctr"/>
            <a:r>
              <a:rPr lang="en-GB" sz="2800" dirty="0"/>
              <a:t>reflects difficulty </a:t>
            </a:r>
          </a:p>
          <a:p>
            <a:pPr algn="ctr"/>
            <a:r>
              <a:rPr lang="en-GB" sz="2800" dirty="0"/>
              <a:t>and </a:t>
            </a:r>
          </a:p>
          <a:p>
            <a:pPr algn="ctr"/>
            <a:r>
              <a:rPr lang="en-GB" sz="2800" dirty="0"/>
              <a:t>time required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7B1CF4-115B-5F49-A7B4-8963CC4898AA}"/>
              </a:ext>
            </a:extLst>
          </p:cNvPr>
          <p:cNvSpPr txBox="1"/>
          <p:nvPr/>
        </p:nvSpPr>
        <p:spPr>
          <a:xfrm>
            <a:off x="7467600" y="457200"/>
            <a:ext cx="39882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b="1" dirty="0"/>
              <a:t>ASSESSMENT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55EB96A3-2B90-B14B-88BF-C27E9FAE0C00}"/>
              </a:ext>
            </a:extLst>
          </p:cNvPr>
          <p:cNvSpPr/>
          <p:nvPr/>
        </p:nvSpPr>
        <p:spPr>
          <a:xfrm>
            <a:off x="6248400" y="2133600"/>
            <a:ext cx="434010" cy="457200"/>
          </a:xfrm>
          <a:prstGeom prst="rightBrace">
            <a:avLst>
              <a:gd name="adj1" fmla="val 0"/>
              <a:gd name="adj2" fmla="val 50000"/>
            </a:avLst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 flipH="1">
            <a:off x="6745981" y="2039034"/>
            <a:ext cx="1249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25%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55EB96A3-2B90-B14B-88BF-C27E9FAE0C00}"/>
              </a:ext>
            </a:extLst>
          </p:cNvPr>
          <p:cNvSpPr/>
          <p:nvPr/>
        </p:nvSpPr>
        <p:spPr>
          <a:xfrm>
            <a:off x="6163310" y="5486399"/>
            <a:ext cx="485772" cy="1005155"/>
          </a:xfrm>
          <a:prstGeom prst="rightBrace">
            <a:avLst>
              <a:gd name="adj1" fmla="val 0"/>
              <a:gd name="adj2" fmla="val 50000"/>
            </a:avLst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 flipH="1">
            <a:off x="6769449" y="5665810"/>
            <a:ext cx="1249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60%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55EB96A3-2B90-B14B-88BF-C27E9FAE0C00}"/>
              </a:ext>
            </a:extLst>
          </p:cNvPr>
          <p:cNvSpPr/>
          <p:nvPr/>
        </p:nvSpPr>
        <p:spPr>
          <a:xfrm>
            <a:off x="6163310" y="3099970"/>
            <a:ext cx="501006" cy="1929229"/>
          </a:xfrm>
          <a:prstGeom prst="rightBrace">
            <a:avLst>
              <a:gd name="adj1" fmla="val 0"/>
              <a:gd name="adj2" fmla="val 50000"/>
            </a:avLst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 flipH="1">
            <a:off x="6795134" y="3741418"/>
            <a:ext cx="1249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15%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98" y="753281"/>
            <a:ext cx="470535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32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F9E858-05B5-EF49-94CE-F89B04F61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870" y="2020046"/>
            <a:ext cx="2140720" cy="10703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2451507-C96F-ED40-86DB-770E595BC1A2}"/>
              </a:ext>
            </a:extLst>
          </p:cNvPr>
          <p:cNvSpPr txBox="1"/>
          <p:nvPr/>
        </p:nvSpPr>
        <p:spPr>
          <a:xfrm>
            <a:off x="6341782" y="3276600"/>
            <a:ext cx="342395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/>
            </a:lvl1pPr>
          </a:lstStyle>
          <a:p>
            <a:pPr algn="ctr"/>
            <a:r>
              <a:rPr lang="en-GB" dirty="0"/>
              <a:t>Online </a:t>
            </a:r>
            <a:br>
              <a:rPr lang="en-GB" dirty="0"/>
            </a:br>
            <a:r>
              <a:rPr lang="en-GB" dirty="0"/>
              <a:t>Interviews / Demos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1772AD-C541-3044-A161-0DA72234D8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46529"/>
          <a:stretch/>
        </p:blipFill>
        <p:spPr>
          <a:xfrm>
            <a:off x="860366" y="215365"/>
            <a:ext cx="2438400" cy="2121204"/>
          </a:xfrm>
          <a:prstGeom prst="rect">
            <a:avLst/>
          </a:prstGeom>
        </p:spPr>
      </p:pic>
      <p:pic>
        <p:nvPicPr>
          <p:cNvPr id="21" name="Picture 4" descr="Image result for moodle icon">
            <a:extLst>
              <a:ext uri="{FF2B5EF4-FFF2-40B4-BE49-F238E27FC236}">
                <a16:creationId xmlns:a16="http://schemas.microsoft.com/office/drawing/2014/main" id="{6E09712E-0A00-6D43-825A-8F4CB896E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791200"/>
            <a:ext cx="1549954" cy="39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D79CCBE-BD82-BD43-89BB-A0C7E6DAB7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6130" y="4577222"/>
            <a:ext cx="2141531" cy="70670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57BC7A-A925-764A-B38D-89DEC34577E8}"/>
              </a:ext>
            </a:extLst>
          </p:cNvPr>
          <p:cNvCxnSpPr/>
          <p:nvPr/>
        </p:nvCxnSpPr>
        <p:spPr>
          <a:xfrm>
            <a:off x="4343400" y="1676400"/>
            <a:ext cx="0" cy="4795016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6814AFF-A6BF-F643-B8CA-3B9C3CA5F3AB}"/>
              </a:ext>
            </a:extLst>
          </p:cNvPr>
          <p:cNvSpPr/>
          <p:nvPr/>
        </p:nvSpPr>
        <p:spPr>
          <a:xfrm>
            <a:off x="11764115" y="2743200"/>
            <a:ext cx="351685" cy="34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A77732-4D60-AB42-AB32-5657B70C5DB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9140" b="26233"/>
          <a:stretch/>
        </p:blipFill>
        <p:spPr>
          <a:xfrm>
            <a:off x="6993748" y="5322277"/>
            <a:ext cx="2120018" cy="7067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414" y="2336569"/>
            <a:ext cx="35147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09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IE" dirty="0"/>
              <a:t>Assignments</a:t>
            </a:r>
            <a:endParaRPr sz="6600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100% Continuous Assessment (CA).</a:t>
            </a:r>
          </a:p>
          <a:p>
            <a:r>
              <a:rPr lang="en-IE" dirty="0"/>
              <a:t>All Individual assignments </a:t>
            </a:r>
          </a:p>
          <a:p>
            <a:pPr lvl="1"/>
            <a:r>
              <a:rPr lang="en-IE" dirty="0"/>
              <a:t>(no team-based ones).</a:t>
            </a:r>
          </a:p>
          <a:p>
            <a:r>
              <a:rPr lang="en-IE" dirty="0"/>
              <a:t>Submit via Moodle assignment </a:t>
            </a:r>
            <a:r>
              <a:rPr lang="en-IE" dirty="0" err="1"/>
              <a:t>dropboxes</a:t>
            </a:r>
            <a:r>
              <a:rPr lang="en-IE" dirty="0"/>
              <a:t>.</a:t>
            </a:r>
          </a:p>
          <a:p>
            <a:r>
              <a:rPr lang="en-IE" dirty="0"/>
              <a:t>Hard deadlines; </a:t>
            </a:r>
            <a:br>
              <a:rPr lang="en-IE" dirty="0"/>
            </a:br>
            <a:r>
              <a:rPr lang="en-IE" dirty="0"/>
              <a:t>extensions only permitted if </a:t>
            </a:r>
            <a:r>
              <a:rPr lang="en-IE" dirty="0">
                <a:hlinkClick r:id="rId3"/>
              </a:rPr>
              <a:t>mitigating circumstances </a:t>
            </a:r>
            <a:r>
              <a:rPr lang="en-IE" dirty="0"/>
              <a:t>apply.</a:t>
            </a:r>
          </a:p>
          <a:p>
            <a:r>
              <a:rPr lang="en-IE" dirty="0"/>
              <a:t>Interviews </a:t>
            </a:r>
          </a:p>
        </p:txBody>
      </p:sp>
    </p:spTree>
    <p:extLst>
      <p:ext uri="{BB962C8B-B14F-4D97-AF65-F5344CB8AC3E}">
        <p14:creationId xmlns:p14="http://schemas.microsoft.com/office/powerpoint/2010/main" val="996462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i="1" dirty="0"/>
              <a:t>Troubleshooting labs</a:t>
            </a:r>
            <a:br>
              <a:rPr lang="en-IE" i="1" dirty="0"/>
            </a:br>
            <a:r>
              <a:rPr lang="en-IE" i="1" dirty="0"/>
              <a:t>...</a:t>
            </a:r>
            <a:r>
              <a:rPr lang="en-IE" b="1" i="1" dirty="0"/>
              <a:t>during</a:t>
            </a:r>
            <a:r>
              <a:rPr lang="en-IE" i="1" dirty="0"/>
              <a:t> the lab sessions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14</a:t>
            </a:fld>
            <a:endParaRPr lang="en-IE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90278834"/>
              </p:ext>
            </p:extLst>
          </p:nvPr>
        </p:nvGraphicFramePr>
        <p:xfrm>
          <a:off x="626533" y="1687090"/>
          <a:ext cx="10972800" cy="4896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7926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i="1" dirty="0"/>
              <a:t>Troubleshooting labs</a:t>
            </a:r>
            <a:br>
              <a:rPr lang="en-IE" i="1" dirty="0"/>
            </a:br>
            <a:r>
              <a:rPr lang="en-IE" i="1" dirty="0"/>
              <a:t>…</a:t>
            </a:r>
            <a:r>
              <a:rPr lang="en-IE" b="1" i="1" dirty="0"/>
              <a:t>outside</a:t>
            </a:r>
            <a:r>
              <a:rPr lang="en-IE" i="1" dirty="0"/>
              <a:t> of the lab sessions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15</a:t>
            </a:fld>
            <a:endParaRPr lang="en-IE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18977995"/>
              </p:ext>
            </p:extLst>
          </p:nvPr>
        </p:nvGraphicFramePr>
        <p:xfrm>
          <a:off x="762000" y="1888990"/>
          <a:ext cx="11277599" cy="4694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8479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Ethos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Self-directed learning </a:t>
            </a:r>
            <a:r>
              <a:rPr lang="en-IE" dirty="0"/>
              <a:t>outside of lectures / labs.</a:t>
            </a:r>
          </a:p>
          <a:p>
            <a:r>
              <a:rPr lang="en-IE" dirty="0"/>
              <a:t>Inquisitive and motivated.</a:t>
            </a:r>
          </a:p>
          <a:p>
            <a:r>
              <a:rPr lang="en-IE" dirty="0"/>
              <a:t>Help your </a:t>
            </a:r>
            <a:r>
              <a:rPr lang="en-IE" b="1" dirty="0"/>
              <a:t>peers (use #Slack!)</a:t>
            </a:r>
            <a:r>
              <a:rPr lang="en-IE" dirty="0"/>
              <a:t>.</a:t>
            </a:r>
          </a:p>
          <a:p>
            <a:r>
              <a:rPr lang="en-IE" b="1" dirty="0"/>
              <a:t>Engage</a:t>
            </a:r>
            <a:r>
              <a:rPr lang="en-IE" dirty="0"/>
              <a:t>ment and staying current with the module.</a:t>
            </a:r>
          </a:p>
          <a:p>
            <a:r>
              <a:rPr lang="en-IE" dirty="0"/>
              <a:t>All work submitted must be </a:t>
            </a:r>
            <a:r>
              <a:rPr lang="en-IE" b="1" dirty="0"/>
              <a:t>your own work</a:t>
            </a:r>
            <a:r>
              <a:rPr lang="en-IE" dirty="0"/>
              <a:t>.  </a:t>
            </a:r>
          </a:p>
          <a:p>
            <a:pPr lvl="1"/>
            <a:r>
              <a:rPr lang="en-IE" dirty="0"/>
              <a:t>all code/approaches given in the module by us can be re-used / re-purposed in your assignments.</a:t>
            </a:r>
          </a:p>
          <a:p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81483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F8821-3EF8-BF4D-3F50-F2D467FE3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690688"/>
            <a:ext cx="4449763" cy="44497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Processing</a:t>
            </a:r>
          </a:p>
        </p:txBody>
      </p:sp>
    </p:spTree>
    <p:extLst>
      <p:ext uri="{BB962C8B-B14F-4D97-AF65-F5344CB8AC3E}">
        <p14:creationId xmlns:p14="http://schemas.microsoft.com/office/powerpoint/2010/main" val="379983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Processing?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11277600" cy="144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800" b="1" dirty="0"/>
              <a:t>Processing</a:t>
            </a:r>
            <a:r>
              <a:rPr lang="en-IE" sz="2800" dirty="0"/>
              <a:t> is a </a:t>
            </a:r>
          </a:p>
          <a:p>
            <a:pPr marL="0" indent="0">
              <a:buNone/>
            </a:pPr>
            <a:r>
              <a:rPr lang="en-IE" sz="2800" dirty="0"/>
              <a:t>programming language, development environment, and online community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93B7DB5-B149-4C4D-ADB9-8DD3B187B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1600" y="46038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B6C10E6-9845-42E3-8563-37CCEEDBAE64}"/>
              </a:ext>
            </a:extLst>
          </p:cNvPr>
          <p:cNvSpPr/>
          <p:nvPr/>
        </p:nvSpPr>
        <p:spPr>
          <a:xfrm>
            <a:off x="304800" y="3048000"/>
            <a:ext cx="1298695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/>
            <a:r>
              <a:rPr lang="en-IE" sz="2800" dirty="0"/>
              <a:t>…can be used to develop static or interactive online material </a:t>
            </a:r>
            <a:br>
              <a:rPr lang="en-IE" sz="2800" dirty="0"/>
            </a:br>
            <a:r>
              <a:rPr lang="en-IE" sz="2800" dirty="0"/>
              <a:t>and data visualisations.</a:t>
            </a:r>
          </a:p>
          <a:p>
            <a:pPr marL="400050" lvl="1"/>
            <a:endParaRPr lang="en-IE" sz="2800" dirty="0"/>
          </a:p>
          <a:p>
            <a:pPr marL="400050" lvl="1"/>
            <a:r>
              <a:rPr lang="en-IE" sz="2800" dirty="0"/>
              <a:t>…is often used by visual artists.</a:t>
            </a:r>
          </a:p>
          <a:p>
            <a:pPr marL="400050" lvl="1"/>
            <a:endParaRPr lang="en-IE" sz="2800" dirty="0"/>
          </a:p>
          <a:p>
            <a:pPr marL="400050" lvl="1"/>
            <a:r>
              <a:rPr lang="en-IE" sz="2800" dirty="0"/>
              <a:t>…produces visual and interactive representations of programming code.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304199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Processing?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E" dirty="0"/>
              <a:t>Different programming languages can be used with Processing e.g. :</a:t>
            </a:r>
          </a:p>
          <a:p>
            <a:pPr lvl="0"/>
            <a:endParaRPr lang="en-IE" dirty="0"/>
          </a:p>
          <a:p>
            <a:pPr lvl="1"/>
            <a:r>
              <a:rPr lang="en-IE" b="1" dirty="0"/>
              <a:t>Java</a:t>
            </a:r>
            <a:r>
              <a:rPr lang="en-IE" dirty="0"/>
              <a:t>:  </a:t>
            </a:r>
            <a:r>
              <a:rPr lang="en-IE" dirty="0" err="1"/>
              <a:t>ver</a:t>
            </a:r>
            <a:r>
              <a:rPr lang="en-IE" dirty="0"/>
              <a:t> 4 uses Java 17, </a:t>
            </a:r>
            <a:r>
              <a:rPr lang="en-IE" dirty="0" err="1"/>
              <a:t>ver</a:t>
            </a:r>
            <a:r>
              <a:rPr lang="en-IE" dirty="0"/>
              <a:t> 3 uses Java 8.</a:t>
            </a:r>
          </a:p>
          <a:p>
            <a:pPr lvl="1"/>
            <a:r>
              <a:rPr lang="en-IE" b="1" dirty="0"/>
              <a:t>JavaScript</a:t>
            </a:r>
            <a:r>
              <a:rPr lang="en-IE" dirty="0"/>
              <a:t> (p5.js)</a:t>
            </a:r>
          </a:p>
          <a:p>
            <a:pPr lvl="1"/>
            <a:r>
              <a:rPr lang="en-IE" b="1" dirty="0"/>
              <a:t>Python</a:t>
            </a:r>
          </a:p>
          <a:p>
            <a:pPr lvl="1"/>
            <a:endParaRPr lang="en-IE" dirty="0"/>
          </a:p>
          <a:p>
            <a:r>
              <a:rPr lang="en-IE" dirty="0"/>
              <a:t>It can be used on different platforms :</a:t>
            </a:r>
          </a:p>
          <a:p>
            <a:pPr lvl="1"/>
            <a:r>
              <a:rPr lang="en-IE" dirty="0"/>
              <a:t>Windows, OSX, </a:t>
            </a:r>
            <a:r>
              <a:rPr lang="en-IE" b="1" dirty="0"/>
              <a:t>Linux</a:t>
            </a:r>
            <a:r>
              <a:rPr lang="en-IE" dirty="0"/>
              <a:t> and now </a:t>
            </a:r>
            <a:r>
              <a:rPr lang="en-IE" b="1" dirty="0"/>
              <a:t>Android</a:t>
            </a:r>
          </a:p>
          <a:p>
            <a:pPr marL="0" indent="0">
              <a:buNone/>
            </a:pPr>
            <a:endParaRPr lang="en-IE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C4EF4F3-2FEC-4D3D-AB74-AD60E4978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1600" y="46036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535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are we using Processing?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IE" i="1" dirty="0"/>
          </a:p>
          <a:p>
            <a:pPr marL="0" indent="0" algn="ctr">
              <a:buNone/>
            </a:pPr>
            <a:r>
              <a:rPr lang="en-IE" sz="3600" i="1" dirty="0"/>
              <a:t>Processing is increasingly used </a:t>
            </a:r>
          </a:p>
          <a:p>
            <a:pPr marL="0" indent="0" algn="ctr">
              <a:buNone/>
            </a:pPr>
            <a:r>
              <a:rPr lang="en-IE" sz="3600" i="1" dirty="0"/>
              <a:t>to teach computer </a:t>
            </a:r>
          </a:p>
          <a:p>
            <a:pPr marL="0" indent="0" algn="ctr">
              <a:buNone/>
            </a:pPr>
            <a:r>
              <a:rPr lang="en-IE" sz="3600" i="1" dirty="0"/>
              <a:t>programming fundamentals (</a:t>
            </a:r>
            <a:r>
              <a:rPr lang="en-IE" sz="3600" i="1" dirty="0">
                <a:hlinkClick r:id="rId3"/>
              </a:rPr>
              <a:t>https://processing.org/overview/</a:t>
            </a:r>
            <a:r>
              <a:rPr lang="en-IE" sz="3600" i="1" dirty="0"/>
              <a:t>) </a:t>
            </a:r>
          </a:p>
          <a:p>
            <a:pPr marL="0" indent="0">
              <a:buNone/>
            </a:pPr>
            <a:endParaRPr lang="en-IE" i="1" dirty="0"/>
          </a:p>
        </p:txBody>
      </p:sp>
    </p:spTree>
    <p:extLst>
      <p:ext uri="{BB962C8B-B14F-4D97-AF65-F5344CB8AC3E}">
        <p14:creationId xmlns:p14="http://schemas.microsoft.com/office/powerpoint/2010/main" val="423080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Some </a:t>
            </a:r>
            <a:r>
              <a:rPr lang="en-IE" b="1" dirty="0"/>
              <a:t>eBooks</a:t>
            </a:r>
            <a:r>
              <a:rPr lang="en-IE" dirty="0"/>
              <a:t> in WIT library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63" t="27282" r="20981" b="11260"/>
          <a:stretch/>
        </p:blipFill>
        <p:spPr bwMode="auto">
          <a:xfrm>
            <a:off x="609600" y="1828800"/>
            <a:ext cx="3429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64" t="28125" r="20982" b="10417"/>
          <a:stretch/>
        </p:blipFill>
        <p:spPr bwMode="auto">
          <a:xfrm>
            <a:off x="4381500" y="1834662"/>
            <a:ext cx="3429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1E2449-3FAD-D64D-9CC8-71D739F120F5}"/>
              </a:ext>
            </a:extLst>
          </p:cNvPr>
          <p:cNvSpPr txBox="1"/>
          <p:nvPr/>
        </p:nvSpPr>
        <p:spPr>
          <a:xfrm>
            <a:off x="7971692" y="1048306"/>
            <a:ext cx="3860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4"/>
              </a:rPr>
              <a:t>https://</a:t>
            </a:r>
            <a:r>
              <a:rPr lang="en-GB" dirty="0" err="1">
                <a:hlinkClick r:id="rId4"/>
              </a:rPr>
              <a:t>library.wit.ie</a:t>
            </a:r>
            <a:r>
              <a:rPr lang="en-GB" dirty="0">
                <a:hlinkClick r:id="rId4"/>
              </a:rPr>
              <a:t>/Resources/</a:t>
            </a:r>
            <a:r>
              <a:rPr lang="en-GB" dirty="0" err="1">
                <a:hlinkClick r:id="rId4"/>
              </a:rPr>
              <a:t>ebooks</a:t>
            </a:r>
            <a:endParaRPr lang="en-GB" dirty="0"/>
          </a:p>
        </p:txBody>
      </p:sp>
      <p:pic>
        <p:nvPicPr>
          <p:cNvPr id="4" name="Picture 2" descr="Learning Processing : A Beginner's Guide to Programming Images, Animation, and Interaction Cover Image">
            <a:extLst>
              <a:ext uri="{FF2B5EF4-FFF2-40B4-BE49-F238E27FC236}">
                <a16:creationId xmlns:a16="http://schemas.microsoft.com/office/drawing/2014/main" id="{7F4C2ADC-2F10-B849-BA28-E0E2CC506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624" y="1828800"/>
            <a:ext cx="3648231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786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9B2BD-DCC5-F947-9C8D-04335841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Processing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9CBD7-558F-5147-95FF-1CD871F31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B96AC1-7EF6-3A4A-A243-91A98AA00044}"/>
              </a:ext>
            </a:extLst>
          </p:cNvPr>
          <p:cNvSpPr/>
          <p:nvPr/>
        </p:nvSpPr>
        <p:spPr>
          <a:xfrm>
            <a:off x="8763000" y="954922"/>
            <a:ext cx="3014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err="1">
                <a:hlinkClick r:id="rId2"/>
              </a:rPr>
              <a:t>processing.org</a:t>
            </a:r>
            <a:r>
              <a:rPr lang="en-GB" dirty="0">
                <a:hlinkClick r:id="rId2"/>
              </a:rPr>
              <a:t>/books/</a:t>
            </a:r>
            <a:endParaRPr lang="en-GB" dirty="0"/>
          </a:p>
        </p:txBody>
      </p:sp>
      <p:pic>
        <p:nvPicPr>
          <p:cNvPr id="2050" name="Picture 2" descr="Processing: A Programming Handbook for Visual Designers (Second Edition)">
            <a:extLst>
              <a:ext uri="{FF2B5EF4-FFF2-40B4-BE49-F238E27FC236}">
                <a16:creationId xmlns:a16="http://schemas.microsoft.com/office/drawing/2014/main" id="{4D531443-05A9-614A-8AF9-B710A13FF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1"/>
            <a:ext cx="3429000" cy="452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ocessing: Creative Coding and Generative Art in Processing 2">
            <a:extLst>
              <a:ext uri="{FF2B5EF4-FFF2-40B4-BE49-F238E27FC236}">
                <a16:creationId xmlns:a16="http://schemas.microsoft.com/office/drawing/2014/main" id="{542CAEEC-D415-8541-BCAF-ECF655994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84" y="1599884"/>
            <a:ext cx="3649969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rocessing for Visual Artists: How to Create Expressive Images and Interactive Art">
            <a:extLst>
              <a:ext uri="{FF2B5EF4-FFF2-40B4-BE49-F238E27FC236}">
                <a16:creationId xmlns:a16="http://schemas.microsoft.com/office/drawing/2014/main" id="{2DE94859-DC1C-1240-BF79-50C3C1D0E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650" y="1599884"/>
            <a:ext cx="3563750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26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Quiz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533400"/>
            <a:ext cx="6891338" cy="610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72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219201"/>
            <a:ext cx="7772400" cy="1470025"/>
          </a:xfrm>
        </p:spPr>
        <p:txBody>
          <a:bodyPr/>
          <a:lstStyle/>
          <a:p>
            <a:r>
              <a:rPr lang="en-IE" dirty="0"/>
              <a:t>Please start coding in Processing using the induction lab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762500" y="2819400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245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4830</TotalTime>
  <Words>735</Words>
  <Application>Microsoft Macintosh PowerPoint</Application>
  <PresentationFormat>Widescreen</PresentationFormat>
  <Paragraphs>153</Paragraphs>
  <Slides>25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Programming Fundamentals</vt:lpstr>
      <vt:lpstr>Agenda</vt:lpstr>
      <vt:lpstr>Introducing your lecturers / tutors</vt:lpstr>
      <vt:lpstr>Module Structure</vt:lpstr>
      <vt:lpstr>Learning Technologies</vt:lpstr>
      <vt:lpstr>Programming Technologies</vt:lpstr>
      <vt:lpstr>Calendar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Assignments</vt:lpstr>
      <vt:lpstr>Troubleshooting labs ...during the lab sessions</vt:lpstr>
      <vt:lpstr>Troubleshooting labs …outside of the lab sessions</vt:lpstr>
      <vt:lpstr>Ethos</vt:lpstr>
      <vt:lpstr>Introduction to Processing</vt:lpstr>
      <vt:lpstr>What is Processing?</vt:lpstr>
      <vt:lpstr>What is Processing?</vt:lpstr>
      <vt:lpstr>Why are we using Processing?</vt:lpstr>
      <vt:lpstr>Some eBooks in WIT library</vt:lpstr>
      <vt:lpstr>Processing Books</vt:lpstr>
      <vt:lpstr>Quick Quiz</vt:lpstr>
      <vt:lpstr>Please start coding in Processing using the induction lab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Colm Dunphy</dc:creator>
  <cp:lastModifiedBy>Mairead Meagher</cp:lastModifiedBy>
  <cp:revision>73</cp:revision>
  <dcterms:created xsi:type="dcterms:W3CDTF">2019-01-10T04:10:15Z</dcterms:created>
  <dcterms:modified xsi:type="dcterms:W3CDTF">2024-01-14T10:41:43Z</dcterms:modified>
</cp:coreProperties>
</file>