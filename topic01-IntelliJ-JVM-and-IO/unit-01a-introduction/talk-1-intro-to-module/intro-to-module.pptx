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6" r:id="rId2"/>
    <p:sldId id="282" r:id="rId3"/>
    <p:sldId id="283" r:id="rId4"/>
    <p:sldId id="260" r:id="rId5"/>
    <p:sldId id="284" r:id="rId6"/>
    <p:sldId id="285" r:id="rId7"/>
    <p:sldId id="295" r:id="rId8"/>
    <p:sldId id="313" r:id="rId9"/>
    <p:sldId id="310" r:id="rId10"/>
    <p:sldId id="257" r:id="rId11"/>
    <p:sldId id="291" r:id="rId12"/>
    <p:sldId id="28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007" autoAdjust="0"/>
    <p:restoredTop sz="94677"/>
  </p:normalViewPr>
  <p:slideViewPr>
    <p:cSldViewPr>
      <p:cViewPr varScale="1">
        <p:scale>
          <a:sx n="63" d="100"/>
          <a:sy n="63" d="100"/>
        </p:scale>
        <p:origin x="72" y="6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hyperlink" Target="mailto:cdunphy@setu.ie" TargetMode="External"/><Relationship Id="rId2" Type="http://schemas.openxmlformats.org/officeDocument/2006/relationships/hyperlink" Target="mailto:siobhan.roche@setu.ie" TargetMode="External"/><Relationship Id="rId1" Type="http://schemas.openxmlformats.org/officeDocument/2006/relationships/hyperlink" Target="mailto:mairead.meagher@setu.ie" TargetMode="External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hyperlink" Target="mailto:mairead.meagher@setu.ie" TargetMode="External"/><Relationship Id="rId2" Type="http://schemas.openxmlformats.org/officeDocument/2006/relationships/hyperlink" Target="mailto:cdunphy@setu.ie" TargetMode="External"/><Relationship Id="rId1" Type="http://schemas.openxmlformats.org/officeDocument/2006/relationships/hyperlink" Target="mailto:siobhan.roche@setu.ie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62F838F-8C32-454C-A009-6611E045B501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F0B467B-F0F6-4DDE-B862-5435E49E463E}">
      <dgm:prSet phldrT="[Text]" custT="1"/>
      <dgm:spPr/>
      <dgm:t>
        <a:bodyPr/>
        <a:lstStyle/>
        <a:p>
          <a:pPr>
            <a:buNone/>
          </a:pPr>
          <a:r>
            <a:rPr lang="en-IE" sz="2800" dirty="0"/>
            <a:t>Siobhan Roche</a:t>
          </a:r>
          <a:endParaRPr lang="en-US" sz="1900" dirty="0"/>
        </a:p>
      </dgm:t>
    </dgm:pt>
    <dgm:pt modelId="{005A8E0F-068E-4B4F-90EF-2A654D50D2F2}" type="parTrans" cxnId="{6419DCC3-2806-47FE-A754-7EEF5874197F}">
      <dgm:prSet/>
      <dgm:spPr/>
      <dgm:t>
        <a:bodyPr/>
        <a:lstStyle/>
        <a:p>
          <a:endParaRPr lang="en-US"/>
        </a:p>
      </dgm:t>
    </dgm:pt>
    <dgm:pt modelId="{19EF5D3D-7451-4FA6-8734-3C0BF2A9A13D}" type="sibTrans" cxnId="{6419DCC3-2806-47FE-A754-7EEF5874197F}">
      <dgm:prSet/>
      <dgm:spPr/>
      <dgm:t>
        <a:bodyPr/>
        <a:lstStyle/>
        <a:p>
          <a:endParaRPr lang="en-US"/>
        </a:p>
      </dgm:t>
    </dgm:pt>
    <dgm:pt modelId="{8D76A181-87B2-4D15-9E6E-A755035C7FF0}">
      <dgm:prSet custT="1"/>
      <dgm:spPr/>
      <dgm:t>
        <a:bodyPr/>
        <a:lstStyle/>
        <a:p>
          <a:r>
            <a:rPr lang="en-IE" sz="2800" dirty="0"/>
            <a:t>Mairead Meagher</a:t>
          </a:r>
        </a:p>
      </dgm:t>
    </dgm:pt>
    <dgm:pt modelId="{6908435C-94B2-441D-A18A-2C7ACF79D48B}" type="parTrans" cxnId="{BCF79E61-3B2C-464E-8D12-795F6731C5A7}">
      <dgm:prSet/>
      <dgm:spPr/>
      <dgm:t>
        <a:bodyPr/>
        <a:lstStyle/>
        <a:p>
          <a:endParaRPr lang="en-US"/>
        </a:p>
      </dgm:t>
    </dgm:pt>
    <dgm:pt modelId="{65B56A89-4F26-4631-8B84-F3A9D3D78689}" type="sibTrans" cxnId="{BCF79E61-3B2C-464E-8D12-795F6731C5A7}">
      <dgm:prSet/>
      <dgm:spPr/>
      <dgm:t>
        <a:bodyPr/>
        <a:lstStyle/>
        <a:p>
          <a:endParaRPr lang="en-US"/>
        </a:p>
      </dgm:t>
    </dgm:pt>
    <dgm:pt modelId="{3601B6BF-79A2-4F7E-A659-BFB6E622349E}">
      <dgm:prSet custT="1"/>
      <dgm:spPr/>
      <dgm:t>
        <a:bodyPr/>
        <a:lstStyle/>
        <a:p>
          <a:r>
            <a:rPr lang="en-IE" sz="2800" dirty="0"/>
            <a:t>Groups : W3, W4</a:t>
          </a:r>
        </a:p>
      </dgm:t>
    </dgm:pt>
    <dgm:pt modelId="{F015161B-CA5A-43D3-89E5-BFE92B0B3FFC}" type="parTrans" cxnId="{09B7860A-3B53-496B-A4C4-F58F410F02FC}">
      <dgm:prSet/>
      <dgm:spPr/>
      <dgm:t>
        <a:bodyPr/>
        <a:lstStyle/>
        <a:p>
          <a:endParaRPr lang="en-US"/>
        </a:p>
      </dgm:t>
    </dgm:pt>
    <dgm:pt modelId="{993BF81A-C875-49AB-8F6C-D62BDD1EABBB}" type="sibTrans" cxnId="{09B7860A-3B53-496B-A4C4-F58F410F02FC}">
      <dgm:prSet/>
      <dgm:spPr/>
      <dgm:t>
        <a:bodyPr/>
        <a:lstStyle/>
        <a:p>
          <a:endParaRPr lang="en-US"/>
        </a:p>
      </dgm:t>
    </dgm:pt>
    <dgm:pt modelId="{B789B113-4D9E-413E-940A-A965752A69E9}">
      <dgm:prSet custT="1"/>
      <dgm:spPr/>
      <dgm:t>
        <a:bodyPr/>
        <a:lstStyle/>
        <a:p>
          <a:r>
            <a:rPr lang="en-IE" sz="2800" dirty="0"/>
            <a:t>Email: </a:t>
          </a:r>
          <a:r>
            <a:rPr lang="en-GB" sz="2800" b="0" i="0" dirty="0">
              <a:hlinkClick xmlns:r="http://schemas.openxmlformats.org/officeDocument/2006/relationships" r:id="rId1"/>
            </a:rPr>
            <a:t>mairead.meagher@setu.ie</a:t>
          </a:r>
          <a:r>
            <a:rPr lang="en-IE" sz="2800" b="0" i="0" dirty="0"/>
            <a:t> </a:t>
          </a:r>
          <a:endParaRPr lang="en-IE" sz="2800" dirty="0"/>
        </a:p>
      </dgm:t>
    </dgm:pt>
    <dgm:pt modelId="{35F859F1-BE91-4C39-9905-976B385CB616}" type="sibTrans" cxnId="{85706D4A-36CD-49A4-ACFD-799F9EFC9A7E}">
      <dgm:prSet/>
      <dgm:spPr/>
      <dgm:t>
        <a:bodyPr/>
        <a:lstStyle/>
        <a:p>
          <a:endParaRPr lang="en-US"/>
        </a:p>
      </dgm:t>
    </dgm:pt>
    <dgm:pt modelId="{422FF158-1C2D-4FE8-85E9-EC5E179570BF}" type="parTrans" cxnId="{85706D4A-36CD-49A4-ACFD-799F9EFC9A7E}">
      <dgm:prSet/>
      <dgm:spPr/>
      <dgm:t>
        <a:bodyPr/>
        <a:lstStyle/>
        <a:p>
          <a:endParaRPr lang="en-US"/>
        </a:p>
      </dgm:t>
    </dgm:pt>
    <dgm:pt modelId="{3CB5E735-2C66-4FBF-8E94-78DF6246C05B}">
      <dgm:prSet custT="1"/>
      <dgm:spPr/>
      <dgm:t>
        <a:bodyPr/>
        <a:lstStyle/>
        <a:p>
          <a:r>
            <a:rPr lang="en-IE" sz="2800" dirty="0"/>
            <a:t>Email: </a:t>
          </a:r>
          <a:r>
            <a:rPr lang="en-IE" sz="2800" dirty="0">
              <a:hlinkClick xmlns:r="http://schemas.openxmlformats.org/officeDocument/2006/relationships" r:id="rId2"/>
            </a:rPr>
            <a:t>siobhan.roche@setu.ie</a:t>
          </a:r>
          <a:r>
            <a:rPr lang="en-IE" sz="2800" dirty="0">
              <a:hlinkClick xmlns:r="http://schemas.openxmlformats.org/officeDocument/2006/relationships" r:id="rId3"/>
            </a:rPr>
            <a:t> </a:t>
          </a:r>
          <a:endParaRPr lang="en-IE" sz="2800" dirty="0"/>
        </a:p>
      </dgm:t>
    </dgm:pt>
    <dgm:pt modelId="{86B13B97-C854-498D-B45E-06D0F44074EE}" type="sibTrans" cxnId="{2BD23C78-90C7-4EE1-B2EE-59950851C9B4}">
      <dgm:prSet/>
      <dgm:spPr/>
      <dgm:t>
        <a:bodyPr/>
        <a:lstStyle/>
        <a:p>
          <a:endParaRPr lang="en-US"/>
        </a:p>
      </dgm:t>
    </dgm:pt>
    <dgm:pt modelId="{80F4F911-F5A2-47CB-9FC3-E2B37A216B59}" type="parTrans" cxnId="{2BD23C78-90C7-4EE1-B2EE-59950851C9B4}">
      <dgm:prSet/>
      <dgm:spPr/>
      <dgm:t>
        <a:bodyPr/>
        <a:lstStyle/>
        <a:p>
          <a:endParaRPr lang="en-US"/>
        </a:p>
      </dgm:t>
    </dgm:pt>
    <dgm:pt modelId="{800C748F-759C-437F-A77A-46AF93BCBE24}">
      <dgm:prSet custT="1"/>
      <dgm:spPr/>
      <dgm:t>
        <a:bodyPr/>
        <a:lstStyle/>
        <a:p>
          <a:r>
            <a:rPr lang="en-IE" sz="2800" dirty="0"/>
            <a:t>Groups : W1(Forensics and Physics), W2 </a:t>
          </a:r>
        </a:p>
      </dgm:t>
    </dgm:pt>
    <dgm:pt modelId="{06372F48-2236-4499-9F39-A95793D19164}" type="sibTrans" cxnId="{644EBD1D-8B32-4BB9-B56D-D1C203FF90E6}">
      <dgm:prSet/>
      <dgm:spPr/>
      <dgm:t>
        <a:bodyPr/>
        <a:lstStyle/>
        <a:p>
          <a:endParaRPr lang="en-US"/>
        </a:p>
      </dgm:t>
    </dgm:pt>
    <dgm:pt modelId="{14106CA9-9540-42DA-A909-952FA184F49C}" type="parTrans" cxnId="{644EBD1D-8B32-4BB9-B56D-D1C203FF90E6}">
      <dgm:prSet/>
      <dgm:spPr/>
      <dgm:t>
        <a:bodyPr/>
        <a:lstStyle/>
        <a:p>
          <a:endParaRPr lang="en-US"/>
        </a:p>
      </dgm:t>
    </dgm:pt>
    <dgm:pt modelId="{40CB01BD-E39E-4C58-B7B7-338368EE6A0F}" type="pres">
      <dgm:prSet presAssocID="{D62F838F-8C32-454C-A009-6611E045B501}" presName="linear" presStyleCnt="0">
        <dgm:presLayoutVars>
          <dgm:dir/>
          <dgm:animLvl val="lvl"/>
          <dgm:resizeHandles val="exact"/>
        </dgm:presLayoutVars>
      </dgm:prSet>
      <dgm:spPr/>
    </dgm:pt>
    <dgm:pt modelId="{E79E6B18-E084-49C3-B349-2AFC70390787}" type="pres">
      <dgm:prSet presAssocID="{5F0B467B-F0F6-4DDE-B862-5435E49E463E}" presName="parentLin" presStyleCnt="0"/>
      <dgm:spPr/>
    </dgm:pt>
    <dgm:pt modelId="{5C86C17F-39D4-4D10-A298-2BA1F700D177}" type="pres">
      <dgm:prSet presAssocID="{5F0B467B-F0F6-4DDE-B862-5435E49E463E}" presName="parentLeftMargin" presStyleLbl="node1" presStyleIdx="0" presStyleCnt="2"/>
      <dgm:spPr/>
    </dgm:pt>
    <dgm:pt modelId="{90478F0A-4166-4912-A626-F4FF9026B294}" type="pres">
      <dgm:prSet presAssocID="{5F0B467B-F0F6-4DDE-B862-5435E49E463E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8CF1710A-272B-4609-AC52-A211B93EF71D}" type="pres">
      <dgm:prSet presAssocID="{5F0B467B-F0F6-4DDE-B862-5435E49E463E}" presName="negativeSpace" presStyleCnt="0"/>
      <dgm:spPr/>
    </dgm:pt>
    <dgm:pt modelId="{2DFC4765-63D2-4CBA-AB85-CEE79ECD2ED7}" type="pres">
      <dgm:prSet presAssocID="{5F0B467B-F0F6-4DDE-B862-5435E49E463E}" presName="childText" presStyleLbl="conFgAcc1" presStyleIdx="0" presStyleCnt="2" custLinFactY="-698" custLinFactNeighborX="2679" custLinFactNeighborY="-100000">
        <dgm:presLayoutVars>
          <dgm:bulletEnabled val="1"/>
        </dgm:presLayoutVars>
      </dgm:prSet>
      <dgm:spPr/>
    </dgm:pt>
    <dgm:pt modelId="{585E01A8-392F-411B-8979-D6C28ED2ECFF}" type="pres">
      <dgm:prSet presAssocID="{19EF5D3D-7451-4FA6-8734-3C0BF2A9A13D}" presName="spaceBetweenRectangles" presStyleCnt="0"/>
      <dgm:spPr/>
    </dgm:pt>
    <dgm:pt modelId="{5E513F16-3D15-4610-AF15-E76EBA500245}" type="pres">
      <dgm:prSet presAssocID="{8D76A181-87B2-4D15-9E6E-A755035C7FF0}" presName="parentLin" presStyleCnt="0"/>
      <dgm:spPr/>
    </dgm:pt>
    <dgm:pt modelId="{0FE252FB-03E9-427F-A0B7-2B2E42D4D16B}" type="pres">
      <dgm:prSet presAssocID="{8D76A181-87B2-4D15-9E6E-A755035C7FF0}" presName="parentLeftMargin" presStyleLbl="node1" presStyleIdx="0" presStyleCnt="2"/>
      <dgm:spPr/>
    </dgm:pt>
    <dgm:pt modelId="{C4102802-4075-437B-8BD7-22D24FAB4788}" type="pres">
      <dgm:prSet presAssocID="{8D76A181-87B2-4D15-9E6E-A755035C7FF0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48AC4560-2A1F-4189-8E23-B373BA8F1F92}" type="pres">
      <dgm:prSet presAssocID="{8D76A181-87B2-4D15-9E6E-A755035C7FF0}" presName="negativeSpace" presStyleCnt="0"/>
      <dgm:spPr/>
    </dgm:pt>
    <dgm:pt modelId="{239E2FAF-1211-4CE8-8DAD-5CCE862DCE1D}" type="pres">
      <dgm:prSet presAssocID="{8D76A181-87B2-4D15-9E6E-A755035C7FF0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09B7860A-3B53-496B-A4C4-F58F410F02FC}" srcId="{8D76A181-87B2-4D15-9E6E-A755035C7FF0}" destId="{3601B6BF-79A2-4F7E-A659-BFB6E622349E}" srcOrd="0" destOrd="0" parTransId="{F015161B-CA5A-43D3-89E5-BFE92B0B3FFC}" sibTransId="{993BF81A-C875-49AB-8F6C-D62BDD1EABBB}"/>
    <dgm:cxn modelId="{644EBD1D-8B32-4BB9-B56D-D1C203FF90E6}" srcId="{5F0B467B-F0F6-4DDE-B862-5435E49E463E}" destId="{800C748F-759C-437F-A77A-46AF93BCBE24}" srcOrd="0" destOrd="0" parTransId="{14106CA9-9540-42DA-A909-952FA184F49C}" sibTransId="{06372F48-2236-4499-9F39-A95793D19164}"/>
    <dgm:cxn modelId="{385B6629-1294-4014-9192-C51BD51BF1F3}" type="presOf" srcId="{8D76A181-87B2-4D15-9E6E-A755035C7FF0}" destId="{0FE252FB-03E9-427F-A0B7-2B2E42D4D16B}" srcOrd="0" destOrd="0" presId="urn:microsoft.com/office/officeart/2005/8/layout/list1"/>
    <dgm:cxn modelId="{BCF79E61-3B2C-464E-8D12-795F6731C5A7}" srcId="{D62F838F-8C32-454C-A009-6611E045B501}" destId="{8D76A181-87B2-4D15-9E6E-A755035C7FF0}" srcOrd="1" destOrd="0" parTransId="{6908435C-94B2-441D-A18A-2C7ACF79D48B}" sibTransId="{65B56A89-4F26-4631-8B84-F3A9D3D78689}"/>
    <dgm:cxn modelId="{85706D4A-36CD-49A4-ACFD-799F9EFC9A7E}" srcId="{8D76A181-87B2-4D15-9E6E-A755035C7FF0}" destId="{B789B113-4D9E-413E-940A-A965752A69E9}" srcOrd="1" destOrd="0" parTransId="{422FF158-1C2D-4FE8-85E9-EC5E179570BF}" sibTransId="{35F859F1-BE91-4C39-9905-976B385CB616}"/>
    <dgm:cxn modelId="{401AFE72-3C44-4710-AF9D-46D71E308FBE}" type="presOf" srcId="{8D76A181-87B2-4D15-9E6E-A755035C7FF0}" destId="{C4102802-4075-437B-8BD7-22D24FAB4788}" srcOrd="1" destOrd="0" presId="urn:microsoft.com/office/officeart/2005/8/layout/list1"/>
    <dgm:cxn modelId="{2BD23C78-90C7-4EE1-B2EE-59950851C9B4}" srcId="{5F0B467B-F0F6-4DDE-B862-5435E49E463E}" destId="{3CB5E735-2C66-4FBF-8E94-78DF6246C05B}" srcOrd="1" destOrd="0" parTransId="{80F4F911-F5A2-47CB-9FC3-E2B37A216B59}" sibTransId="{86B13B97-C854-498D-B45E-06D0F44074EE}"/>
    <dgm:cxn modelId="{CE83C29B-E25A-4E46-AD9E-D5F34047D827}" type="presOf" srcId="{D62F838F-8C32-454C-A009-6611E045B501}" destId="{40CB01BD-E39E-4C58-B7B7-338368EE6A0F}" srcOrd="0" destOrd="0" presId="urn:microsoft.com/office/officeart/2005/8/layout/list1"/>
    <dgm:cxn modelId="{51A53EA2-B987-9842-9429-AFCD238E6964}" type="presOf" srcId="{B789B113-4D9E-413E-940A-A965752A69E9}" destId="{239E2FAF-1211-4CE8-8DAD-5CCE862DCE1D}" srcOrd="0" destOrd="1" presId="urn:microsoft.com/office/officeart/2005/8/layout/list1"/>
    <dgm:cxn modelId="{F22DF5AF-8307-43C1-8BD9-6E5FBBB2B3F8}" type="presOf" srcId="{5F0B467B-F0F6-4DDE-B862-5435E49E463E}" destId="{5C86C17F-39D4-4D10-A298-2BA1F700D177}" srcOrd="0" destOrd="0" presId="urn:microsoft.com/office/officeart/2005/8/layout/list1"/>
    <dgm:cxn modelId="{9E841CB4-CF6F-754B-A1E8-864AFAAF236E}" type="presOf" srcId="{3601B6BF-79A2-4F7E-A659-BFB6E622349E}" destId="{239E2FAF-1211-4CE8-8DAD-5CCE862DCE1D}" srcOrd="0" destOrd="0" presId="urn:microsoft.com/office/officeart/2005/8/layout/list1"/>
    <dgm:cxn modelId="{3D284DBF-ECC0-0042-84A4-DE7F9B817A97}" type="presOf" srcId="{800C748F-759C-437F-A77A-46AF93BCBE24}" destId="{2DFC4765-63D2-4CBA-AB85-CEE79ECD2ED7}" srcOrd="0" destOrd="0" presId="urn:microsoft.com/office/officeart/2005/8/layout/list1"/>
    <dgm:cxn modelId="{6419DCC3-2806-47FE-A754-7EEF5874197F}" srcId="{D62F838F-8C32-454C-A009-6611E045B501}" destId="{5F0B467B-F0F6-4DDE-B862-5435E49E463E}" srcOrd="0" destOrd="0" parTransId="{005A8E0F-068E-4B4F-90EF-2A654D50D2F2}" sibTransId="{19EF5D3D-7451-4FA6-8734-3C0BF2A9A13D}"/>
    <dgm:cxn modelId="{151F95CA-9282-42E1-B2C4-86D03B0F6A53}" type="presOf" srcId="{5F0B467B-F0F6-4DDE-B862-5435E49E463E}" destId="{90478F0A-4166-4912-A626-F4FF9026B294}" srcOrd="1" destOrd="0" presId="urn:microsoft.com/office/officeart/2005/8/layout/list1"/>
    <dgm:cxn modelId="{F900A7EB-F9D3-B843-8692-787BB242459B}" type="presOf" srcId="{3CB5E735-2C66-4FBF-8E94-78DF6246C05B}" destId="{2DFC4765-63D2-4CBA-AB85-CEE79ECD2ED7}" srcOrd="0" destOrd="1" presId="urn:microsoft.com/office/officeart/2005/8/layout/list1"/>
    <dgm:cxn modelId="{3F3C0710-68D6-416D-B65F-3B46F7F79DD9}" type="presParOf" srcId="{40CB01BD-E39E-4C58-B7B7-338368EE6A0F}" destId="{E79E6B18-E084-49C3-B349-2AFC70390787}" srcOrd="0" destOrd="0" presId="urn:microsoft.com/office/officeart/2005/8/layout/list1"/>
    <dgm:cxn modelId="{D11CBE3A-E85D-48DB-8338-E9ECEE7BCEE8}" type="presParOf" srcId="{E79E6B18-E084-49C3-B349-2AFC70390787}" destId="{5C86C17F-39D4-4D10-A298-2BA1F700D177}" srcOrd="0" destOrd="0" presId="urn:microsoft.com/office/officeart/2005/8/layout/list1"/>
    <dgm:cxn modelId="{FA1D69C5-16D5-4B1E-B50E-1BA3606EDB2A}" type="presParOf" srcId="{E79E6B18-E084-49C3-B349-2AFC70390787}" destId="{90478F0A-4166-4912-A626-F4FF9026B294}" srcOrd="1" destOrd="0" presId="urn:microsoft.com/office/officeart/2005/8/layout/list1"/>
    <dgm:cxn modelId="{FB052F1C-E2BC-4D16-9303-B19337EBB6BF}" type="presParOf" srcId="{40CB01BD-E39E-4C58-B7B7-338368EE6A0F}" destId="{8CF1710A-272B-4609-AC52-A211B93EF71D}" srcOrd="1" destOrd="0" presId="urn:microsoft.com/office/officeart/2005/8/layout/list1"/>
    <dgm:cxn modelId="{F72019AA-98C1-40D6-9D81-9AB4CD133854}" type="presParOf" srcId="{40CB01BD-E39E-4C58-B7B7-338368EE6A0F}" destId="{2DFC4765-63D2-4CBA-AB85-CEE79ECD2ED7}" srcOrd="2" destOrd="0" presId="urn:microsoft.com/office/officeart/2005/8/layout/list1"/>
    <dgm:cxn modelId="{84CD2EAF-3A51-4163-BCD8-2441C138E06B}" type="presParOf" srcId="{40CB01BD-E39E-4C58-B7B7-338368EE6A0F}" destId="{585E01A8-392F-411B-8979-D6C28ED2ECFF}" srcOrd="3" destOrd="0" presId="urn:microsoft.com/office/officeart/2005/8/layout/list1"/>
    <dgm:cxn modelId="{32CFF45B-7940-487D-86A4-71594DB19702}" type="presParOf" srcId="{40CB01BD-E39E-4C58-B7B7-338368EE6A0F}" destId="{5E513F16-3D15-4610-AF15-E76EBA500245}" srcOrd="4" destOrd="0" presId="urn:microsoft.com/office/officeart/2005/8/layout/list1"/>
    <dgm:cxn modelId="{0EE2AD46-9C80-476C-A81E-6405681243E9}" type="presParOf" srcId="{5E513F16-3D15-4610-AF15-E76EBA500245}" destId="{0FE252FB-03E9-427F-A0B7-2B2E42D4D16B}" srcOrd="0" destOrd="0" presId="urn:microsoft.com/office/officeart/2005/8/layout/list1"/>
    <dgm:cxn modelId="{1D60C6DB-EA28-447E-A11C-DF2EACC98C67}" type="presParOf" srcId="{5E513F16-3D15-4610-AF15-E76EBA500245}" destId="{C4102802-4075-437B-8BD7-22D24FAB4788}" srcOrd="1" destOrd="0" presId="urn:microsoft.com/office/officeart/2005/8/layout/list1"/>
    <dgm:cxn modelId="{8CF4DCFE-6776-44E6-A064-2F92E8F30482}" type="presParOf" srcId="{40CB01BD-E39E-4C58-B7B7-338368EE6A0F}" destId="{48AC4560-2A1F-4189-8E23-B373BA8F1F92}" srcOrd="5" destOrd="0" presId="urn:microsoft.com/office/officeart/2005/8/layout/list1"/>
    <dgm:cxn modelId="{37A27C7C-EDFA-4FDC-A41A-58EC5DAA39E8}" type="presParOf" srcId="{40CB01BD-E39E-4C58-B7B7-338368EE6A0F}" destId="{239E2FAF-1211-4CE8-8DAD-5CCE862DCE1D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2AF6AD9-527A-4F8D-AF7E-E3077882F044}" type="doc">
      <dgm:prSet loTypeId="urn:microsoft.com/office/officeart/2005/8/layout/hierarchy4" loCatId="list" qsTypeId="urn:microsoft.com/office/officeart/2005/8/quickstyle/simple2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92038BDC-F1D8-42DD-88FD-CBD1197E4000}">
      <dgm:prSet phldrT="[Text]"/>
      <dgm:spPr>
        <a:solidFill>
          <a:srgbClr val="002060"/>
        </a:solidFill>
      </dgm:spPr>
      <dgm:t>
        <a:bodyPr/>
        <a:lstStyle/>
        <a:p>
          <a:r>
            <a:rPr lang="en-US" dirty="0"/>
            <a:t>12 weeks of delivery</a:t>
          </a:r>
        </a:p>
      </dgm:t>
    </dgm:pt>
    <dgm:pt modelId="{5C998AE2-0A30-41CA-88B7-4212E3E978E1}" type="parTrans" cxnId="{9F97F4EC-4DDC-4CF4-99CC-DE4B7488EB5F}">
      <dgm:prSet/>
      <dgm:spPr/>
      <dgm:t>
        <a:bodyPr/>
        <a:lstStyle/>
        <a:p>
          <a:endParaRPr lang="en-US"/>
        </a:p>
      </dgm:t>
    </dgm:pt>
    <dgm:pt modelId="{CE31E938-B3F6-4FE0-84C5-2E8663510311}" type="sibTrans" cxnId="{9F97F4EC-4DDC-4CF4-99CC-DE4B7488EB5F}">
      <dgm:prSet/>
      <dgm:spPr/>
      <dgm:t>
        <a:bodyPr/>
        <a:lstStyle/>
        <a:p>
          <a:endParaRPr lang="en-US"/>
        </a:p>
      </dgm:t>
    </dgm:pt>
    <dgm:pt modelId="{B6E7C124-DA93-48D0-A9CD-B5D0FB80C76B}">
      <dgm:prSet phldrT="[Text]" custT="1"/>
      <dgm:spPr>
        <a:solidFill>
          <a:srgbClr val="C00000"/>
        </a:solidFill>
      </dgm:spPr>
      <dgm:t>
        <a:bodyPr/>
        <a:lstStyle/>
        <a:p>
          <a:r>
            <a:rPr lang="en-US" sz="3200" dirty="0"/>
            <a:t>2 Lectures </a:t>
          </a:r>
          <a:br>
            <a:rPr lang="en-US" sz="3200" dirty="0"/>
          </a:br>
          <a:endParaRPr lang="en-US" sz="3200" dirty="0"/>
        </a:p>
      </dgm:t>
    </dgm:pt>
    <dgm:pt modelId="{5E50AEEB-BB71-4594-BB3E-1BB751B77BF8}" type="parTrans" cxnId="{3527B691-9C1D-4270-9269-C49712B14B86}">
      <dgm:prSet/>
      <dgm:spPr/>
      <dgm:t>
        <a:bodyPr/>
        <a:lstStyle/>
        <a:p>
          <a:endParaRPr lang="en-US"/>
        </a:p>
      </dgm:t>
    </dgm:pt>
    <dgm:pt modelId="{B286D0B1-168E-4C07-8957-C64E1F53F92F}" type="sibTrans" cxnId="{3527B691-9C1D-4270-9269-C49712B14B86}">
      <dgm:prSet/>
      <dgm:spPr/>
      <dgm:t>
        <a:bodyPr/>
        <a:lstStyle/>
        <a:p>
          <a:endParaRPr lang="en-US"/>
        </a:p>
      </dgm:t>
    </dgm:pt>
    <dgm:pt modelId="{6DD137A6-6C94-4440-A72B-E32DB352D9FB}">
      <dgm:prSet phldrT="[Text]" custT="1"/>
      <dgm:spPr>
        <a:solidFill>
          <a:srgbClr val="7030A0"/>
        </a:solidFill>
      </dgm:spPr>
      <dgm:t>
        <a:bodyPr/>
        <a:lstStyle/>
        <a:p>
          <a:r>
            <a:rPr lang="en-US" sz="3200" dirty="0"/>
            <a:t>3 hours of Labs</a:t>
          </a:r>
        </a:p>
      </dgm:t>
    </dgm:pt>
    <dgm:pt modelId="{E4F736C4-B45A-4DCC-BB61-4E51C64B00F7}" type="parTrans" cxnId="{BF2396C8-6BD6-4C47-BCF0-169F236C02B6}">
      <dgm:prSet/>
      <dgm:spPr/>
      <dgm:t>
        <a:bodyPr/>
        <a:lstStyle/>
        <a:p>
          <a:endParaRPr lang="en-US"/>
        </a:p>
      </dgm:t>
    </dgm:pt>
    <dgm:pt modelId="{51D2BAE9-83DD-4243-BB1F-28B028BDDD80}" type="sibTrans" cxnId="{BF2396C8-6BD6-4C47-BCF0-169F236C02B6}">
      <dgm:prSet/>
      <dgm:spPr/>
      <dgm:t>
        <a:bodyPr/>
        <a:lstStyle/>
        <a:p>
          <a:endParaRPr lang="en-US"/>
        </a:p>
      </dgm:t>
    </dgm:pt>
    <dgm:pt modelId="{364D635A-CC2A-448A-AB67-D53ADE620298}" type="pres">
      <dgm:prSet presAssocID="{B2AF6AD9-527A-4F8D-AF7E-E3077882F044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BDC769D-140E-4653-BB02-06D8D394ADF0}" type="pres">
      <dgm:prSet presAssocID="{92038BDC-F1D8-42DD-88FD-CBD1197E4000}" presName="vertOne" presStyleCnt="0"/>
      <dgm:spPr/>
    </dgm:pt>
    <dgm:pt modelId="{DB12D192-E3AF-4AA8-A234-6F3D92895AA9}" type="pres">
      <dgm:prSet presAssocID="{92038BDC-F1D8-42DD-88FD-CBD1197E4000}" presName="txOne" presStyleLbl="node0" presStyleIdx="0" presStyleCnt="1" custLinFactNeighborX="-11" custLinFactNeighborY="-25092">
        <dgm:presLayoutVars>
          <dgm:chPref val="3"/>
        </dgm:presLayoutVars>
      </dgm:prSet>
      <dgm:spPr/>
    </dgm:pt>
    <dgm:pt modelId="{54D9B05A-6129-4862-85D9-D95AFEE126F6}" type="pres">
      <dgm:prSet presAssocID="{92038BDC-F1D8-42DD-88FD-CBD1197E4000}" presName="parTransOne" presStyleCnt="0"/>
      <dgm:spPr/>
    </dgm:pt>
    <dgm:pt modelId="{77A888C0-9301-47C6-BAD5-A0F350209C45}" type="pres">
      <dgm:prSet presAssocID="{92038BDC-F1D8-42DD-88FD-CBD1197E4000}" presName="horzOne" presStyleCnt="0"/>
      <dgm:spPr/>
    </dgm:pt>
    <dgm:pt modelId="{1982A48F-C621-43D8-8957-321F1F2BB8D2}" type="pres">
      <dgm:prSet presAssocID="{B6E7C124-DA93-48D0-A9CD-B5D0FB80C76B}" presName="vertTwo" presStyleCnt="0"/>
      <dgm:spPr/>
    </dgm:pt>
    <dgm:pt modelId="{CB1B026B-B875-40BB-9D0C-5F72F8CB57D4}" type="pres">
      <dgm:prSet presAssocID="{B6E7C124-DA93-48D0-A9CD-B5D0FB80C76B}" presName="txTwo" presStyleLbl="node2" presStyleIdx="0" presStyleCnt="2" custScaleX="142852" custLinFactNeighborX="-881" custLinFactNeighborY="-4636">
        <dgm:presLayoutVars>
          <dgm:chPref val="3"/>
        </dgm:presLayoutVars>
      </dgm:prSet>
      <dgm:spPr/>
    </dgm:pt>
    <dgm:pt modelId="{ACB5426C-A60A-4943-9BD4-40C934EDE787}" type="pres">
      <dgm:prSet presAssocID="{B6E7C124-DA93-48D0-A9CD-B5D0FB80C76B}" presName="horzTwo" presStyleCnt="0"/>
      <dgm:spPr/>
    </dgm:pt>
    <dgm:pt modelId="{A7A5230C-1FC1-4541-B090-29522D4F934E}" type="pres">
      <dgm:prSet presAssocID="{B286D0B1-168E-4C07-8957-C64E1F53F92F}" presName="sibSpaceTwo" presStyleCnt="0"/>
      <dgm:spPr/>
    </dgm:pt>
    <dgm:pt modelId="{F7BCE680-6952-4F22-B53E-28B02CE7BA29}" type="pres">
      <dgm:prSet presAssocID="{6DD137A6-6C94-4440-A72B-E32DB352D9FB}" presName="vertTwo" presStyleCnt="0"/>
      <dgm:spPr/>
    </dgm:pt>
    <dgm:pt modelId="{B44971DA-F4E4-48A8-9A80-67FCA1382821}" type="pres">
      <dgm:prSet presAssocID="{6DD137A6-6C94-4440-A72B-E32DB352D9FB}" presName="txTwo" presStyleLbl="node2" presStyleIdx="1" presStyleCnt="2">
        <dgm:presLayoutVars>
          <dgm:chPref val="3"/>
        </dgm:presLayoutVars>
      </dgm:prSet>
      <dgm:spPr/>
    </dgm:pt>
    <dgm:pt modelId="{DF3F578B-B6B3-426B-93A3-1F07E4781605}" type="pres">
      <dgm:prSet presAssocID="{6DD137A6-6C94-4440-A72B-E32DB352D9FB}" presName="horzTwo" presStyleCnt="0"/>
      <dgm:spPr/>
    </dgm:pt>
  </dgm:ptLst>
  <dgm:cxnLst>
    <dgm:cxn modelId="{E03FFC8C-1F54-4BE8-813E-E836378A4DD2}" type="presOf" srcId="{92038BDC-F1D8-42DD-88FD-CBD1197E4000}" destId="{DB12D192-E3AF-4AA8-A234-6F3D92895AA9}" srcOrd="0" destOrd="0" presId="urn:microsoft.com/office/officeart/2005/8/layout/hierarchy4"/>
    <dgm:cxn modelId="{3527B691-9C1D-4270-9269-C49712B14B86}" srcId="{92038BDC-F1D8-42DD-88FD-CBD1197E4000}" destId="{B6E7C124-DA93-48D0-A9CD-B5D0FB80C76B}" srcOrd="0" destOrd="0" parTransId="{5E50AEEB-BB71-4594-BB3E-1BB751B77BF8}" sibTransId="{B286D0B1-168E-4C07-8957-C64E1F53F92F}"/>
    <dgm:cxn modelId="{EEFE48A5-907A-4F37-9C9B-EEEA4765959B}" type="presOf" srcId="{B6E7C124-DA93-48D0-A9CD-B5D0FB80C76B}" destId="{CB1B026B-B875-40BB-9D0C-5F72F8CB57D4}" srcOrd="0" destOrd="0" presId="urn:microsoft.com/office/officeart/2005/8/layout/hierarchy4"/>
    <dgm:cxn modelId="{9821D1A9-2B0E-417E-92FF-015A08F961C0}" type="presOf" srcId="{B2AF6AD9-527A-4F8D-AF7E-E3077882F044}" destId="{364D635A-CC2A-448A-AB67-D53ADE620298}" srcOrd="0" destOrd="0" presId="urn:microsoft.com/office/officeart/2005/8/layout/hierarchy4"/>
    <dgm:cxn modelId="{BF2396C8-6BD6-4C47-BCF0-169F236C02B6}" srcId="{92038BDC-F1D8-42DD-88FD-CBD1197E4000}" destId="{6DD137A6-6C94-4440-A72B-E32DB352D9FB}" srcOrd="1" destOrd="0" parTransId="{E4F736C4-B45A-4DCC-BB61-4E51C64B00F7}" sibTransId="{51D2BAE9-83DD-4243-BB1F-28B028BDDD80}"/>
    <dgm:cxn modelId="{EFECC0D7-9B71-473A-A87C-F5E03EF2B0B4}" type="presOf" srcId="{6DD137A6-6C94-4440-A72B-E32DB352D9FB}" destId="{B44971DA-F4E4-48A8-9A80-67FCA1382821}" srcOrd="0" destOrd="0" presId="urn:microsoft.com/office/officeart/2005/8/layout/hierarchy4"/>
    <dgm:cxn modelId="{9F97F4EC-4DDC-4CF4-99CC-DE4B7488EB5F}" srcId="{B2AF6AD9-527A-4F8D-AF7E-E3077882F044}" destId="{92038BDC-F1D8-42DD-88FD-CBD1197E4000}" srcOrd="0" destOrd="0" parTransId="{5C998AE2-0A30-41CA-88B7-4212E3E978E1}" sibTransId="{CE31E938-B3F6-4FE0-84C5-2E8663510311}"/>
    <dgm:cxn modelId="{EECEA83F-3B08-41F4-9204-54E8FC5BA6CB}" type="presParOf" srcId="{364D635A-CC2A-448A-AB67-D53ADE620298}" destId="{1BDC769D-140E-4653-BB02-06D8D394ADF0}" srcOrd="0" destOrd="0" presId="urn:microsoft.com/office/officeart/2005/8/layout/hierarchy4"/>
    <dgm:cxn modelId="{56FAB7B1-FB0B-4366-A5EB-D1C3B8EAEAC4}" type="presParOf" srcId="{1BDC769D-140E-4653-BB02-06D8D394ADF0}" destId="{DB12D192-E3AF-4AA8-A234-6F3D92895AA9}" srcOrd="0" destOrd="0" presId="urn:microsoft.com/office/officeart/2005/8/layout/hierarchy4"/>
    <dgm:cxn modelId="{20C2CE7B-ADC5-43C2-8715-EAF31027B10C}" type="presParOf" srcId="{1BDC769D-140E-4653-BB02-06D8D394ADF0}" destId="{54D9B05A-6129-4862-85D9-D95AFEE126F6}" srcOrd="1" destOrd="0" presId="urn:microsoft.com/office/officeart/2005/8/layout/hierarchy4"/>
    <dgm:cxn modelId="{AE03BBCC-B229-48E2-BF4B-5E09006D9203}" type="presParOf" srcId="{1BDC769D-140E-4653-BB02-06D8D394ADF0}" destId="{77A888C0-9301-47C6-BAD5-A0F350209C45}" srcOrd="2" destOrd="0" presId="urn:microsoft.com/office/officeart/2005/8/layout/hierarchy4"/>
    <dgm:cxn modelId="{55B21D94-068B-4E70-8DBD-DA303801ECDD}" type="presParOf" srcId="{77A888C0-9301-47C6-BAD5-A0F350209C45}" destId="{1982A48F-C621-43D8-8957-321F1F2BB8D2}" srcOrd="0" destOrd="0" presId="urn:microsoft.com/office/officeart/2005/8/layout/hierarchy4"/>
    <dgm:cxn modelId="{00AAC89B-F898-468E-AFD9-9F205D64C12D}" type="presParOf" srcId="{1982A48F-C621-43D8-8957-321F1F2BB8D2}" destId="{CB1B026B-B875-40BB-9D0C-5F72F8CB57D4}" srcOrd="0" destOrd="0" presId="urn:microsoft.com/office/officeart/2005/8/layout/hierarchy4"/>
    <dgm:cxn modelId="{2A34D3A7-C763-4A5A-85DD-ABA454BC4FF5}" type="presParOf" srcId="{1982A48F-C621-43D8-8957-321F1F2BB8D2}" destId="{ACB5426C-A60A-4943-9BD4-40C934EDE787}" srcOrd="1" destOrd="0" presId="urn:microsoft.com/office/officeart/2005/8/layout/hierarchy4"/>
    <dgm:cxn modelId="{4AD845F0-F6B9-43A6-A165-352609503065}" type="presParOf" srcId="{77A888C0-9301-47C6-BAD5-A0F350209C45}" destId="{A7A5230C-1FC1-4541-B090-29522D4F934E}" srcOrd="1" destOrd="0" presId="urn:microsoft.com/office/officeart/2005/8/layout/hierarchy4"/>
    <dgm:cxn modelId="{B525DFE2-BB43-48F9-93CF-5DBDD9B8AAF6}" type="presParOf" srcId="{77A888C0-9301-47C6-BAD5-A0F350209C45}" destId="{F7BCE680-6952-4F22-B53E-28B02CE7BA29}" srcOrd="2" destOrd="0" presId="urn:microsoft.com/office/officeart/2005/8/layout/hierarchy4"/>
    <dgm:cxn modelId="{BCF354A7-0A6B-4618-B265-38A537F3E22D}" type="presParOf" srcId="{F7BCE680-6952-4F22-B53E-28B02CE7BA29}" destId="{B44971DA-F4E4-48A8-9A80-67FCA1382821}" srcOrd="0" destOrd="0" presId="urn:microsoft.com/office/officeart/2005/8/layout/hierarchy4"/>
    <dgm:cxn modelId="{62C8BB50-8C27-4FF9-9BEF-F14C7DF235FA}" type="presParOf" srcId="{F7BCE680-6952-4F22-B53E-28B02CE7BA29}" destId="{DF3F578B-B6B3-426B-93A3-1F07E4781605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FC4765-63D2-4CBA-AB85-CEE79ECD2ED7}">
      <dsp:nvSpPr>
        <dsp:cNvPr id="0" name=""/>
        <dsp:cNvSpPr/>
      </dsp:nvSpPr>
      <dsp:spPr>
        <a:xfrm>
          <a:off x="0" y="357835"/>
          <a:ext cx="8534400" cy="181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2364" tIns="749808" rIns="662364" bIns="199136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E" sz="2800" kern="1200" dirty="0"/>
            <a:t>Groups : W1(Forensics and Physics), W2 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E" sz="2800" kern="1200" dirty="0"/>
            <a:t>Email: </a:t>
          </a:r>
          <a:r>
            <a:rPr lang="en-IE" sz="2800" kern="1200" dirty="0">
              <a:hlinkClick xmlns:r="http://schemas.openxmlformats.org/officeDocument/2006/relationships" r:id="rId1"/>
            </a:rPr>
            <a:t>siobhan.roche@setu.ie</a:t>
          </a:r>
          <a:r>
            <a:rPr lang="en-IE" sz="2800" kern="1200" dirty="0">
              <a:hlinkClick xmlns:r="http://schemas.openxmlformats.org/officeDocument/2006/relationships" r:id="rId2"/>
            </a:rPr>
            <a:t> </a:t>
          </a:r>
          <a:endParaRPr lang="en-IE" sz="2800" kern="1200" dirty="0"/>
        </a:p>
      </dsp:txBody>
      <dsp:txXfrm>
        <a:off x="0" y="357835"/>
        <a:ext cx="8534400" cy="1814400"/>
      </dsp:txXfrm>
    </dsp:sp>
    <dsp:sp modelId="{90478F0A-4166-4912-A626-F4FF9026B294}">
      <dsp:nvSpPr>
        <dsp:cNvPr id="0" name=""/>
        <dsp:cNvSpPr/>
      </dsp:nvSpPr>
      <dsp:spPr>
        <a:xfrm>
          <a:off x="426720" y="33539"/>
          <a:ext cx="5974080" cy="10627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5806" tIns="0" rIns="225806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800" kern="1200" dirty="0"/>
            <a:t>Siobhan Roche</a:t>
          </a:r>
          <a:endParaRPr lang="en-US" sz="1900" kern="1200" dirty="0"/>
        </a:p>
      </dsp:txBody>
      <dsp:txXfrm>
        <a:off x="478598" y="85417"/>
        <a:ext cx="5870324" cy="958964"/>
      </dsp:txXfrm>
    </dsp:sp>
    <dsp:sp modelId="{239E2FAF-1211-4CE8-8DAD-5CCE862DCE1D}">
      <dsp:nvSpPr>
        <dsp:cNvPr id="0" name=""/>
        <dsp:cNvSpPr/>
      </dsp:nvSpPr>
      <dsp:spPr>
        <a:xfrm>
          <a:off x="0" y="3105060"/>
          <a:ext cx="8534400" cy="181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2364" tIns="749808" rIns="662364" bIns="199136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E" sz="2800" kern="1200" dirty="0"/>
            <a:t>Groups : W3, W4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E" sz="2800" kern="1200" dirty="0"/>
            <a:t>Email: </a:t>
          </a:r>
          <a:r>
            <a:rPr lang="en-GB" sz="2800" b="0" i="0" kern="1200" dirty="0">
              <a:hlinkClick xmlns:r="http://schemas.openxmlformats.org/officeDocument/2006/relationships" r:id="rId3"/>
            </a:rPr>
            <a:t>mairead.meagher@setu.ie</a:t>
          </a:r>
          <a:r>
            <a:rPr lang="en-IE" sz="2800" b="0" i="0" kern="1200" dirty="0"/>
            <a:t> </a:t>
          </a:r>
          <a:endParaRPr lang="en-IE" sz="2800" kern="1200" dirty="0"/>
        </a:p>
      </dsp:txBody>
      <dsp:txXfrm>
        <a:off x="0" y="3105060"/>
        <a:ext cx="8534400" cy="1814400"/>
      </dsp:txXfrm>
    </dsp:sp>
    <dsp:sp modelId="{C4102802-4075-437B-8BD7-22D24FAB4788}">
      <dsp:nvSpPr>
        <dsp:cNvPr id="0" name=""/>
        <dsp:cNvSpPr/>
      </dsp:nvSpPr>
      <dsp:spPr>
        <a:xfrm>
          <a:off x="426720" y="2573700"/>
          <a:ext cx="5974080" cy="10627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5806" tIns="0" rIns="225806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800" kern="1200" dirty="0"/>
            <a:t>Mairead Meagher</a:t>
          </a:r>
        </a:p>
      </dsp:txBody>
      <dsp:txXfrm>
        <a:off x="478598" y="2625578"/>
        <a:ext cx="5870324" cy="95896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12D192-E3AF-4AA8-A234-6F3D92895AA9}">
      <dsp:nvSpPr>
        <dsp:cNvPr id="0" name=""/>
        <dsp:cNvSpPr/>
      </dsp:nvSpPr>
      <dsp:spPr>
        <a:xfrm>
          <a:off x="0" y="0"/>
          <a:ext cx="10971213" cy="1668179"/>
        </a:xfrm>
        <a:prstGeom prst="roundRect">
          <a:avLst>
            <a:gd name="adj" fmla="val 10000"/>
          </a:avLst>
        </a:prstGeom>
        <a:solidFill>
          <a:srgbClr val="002060"/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12 weeks of delivery</a:t>
          </a:r>
        </a:p>
      </dsp:txBody>
      <dsp:txXfrm>
        <a:off x="48859" y="48859"/>
        <a:ext cx="10873495" cy="1570461"/>
      </dsp:txXfrm>
    </dsp:sp>
    <dsp:sp modelId="{CB1B026B-B875-40BB-9D0C-5F72F8CB57D4}">
      <dsp:nvSpPr>
        <dsp:cNvPr id="0" name=""/>
        <dsp:cNvSpPr/>
      </dsp:nvSpPr>
      <dsp:spPr>
        <a:xfrm>
          <a:off x="0" y="1875600"/>
          <a:ext cx="6237799" cy="1668179"/>
        </a:xfrm>
        <a:prstGeom prst="roundRect">
          <a:avLst>
            <a:gd name="adj" fmla="val 10000"/>
          </a:avLst>
        </a:prstGeom>
        <a:solidFill>
          <a:srgbClr val="C00000"/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2 Lectures </a:t>
          </a:r>
          <a:br>
            <a:rPr lang="en-US" sz="3200" kern="1200" dirty="0"/>
          </a:br>
          <a:endParaRPr lang="en-US" sz="3200" kern="1200" dirty="0"/>
        </a:p>
      </dsp:txBody>
      <dsp:txXfrm>
        <a:off x="48859" y="1924459"/>
        <a:ext cx="6140081" cy="1570461"/>
      </dsp:txXfrm>
    </dsp:sp>
    <dsp:sp modelId="{B44971DA-F4E4-48A8-9A80-67FCA1382821}">
      <dsp:nvSpPr>
        <dsp:cNvPr id="0" name=""/>
        <dsp:cNvSpPr/>
      </dsp:nvSpPr>
      <dsp:spPr>
        <a:xfrm>
          <a:off x="6605389" y="1952937"/>
          <a:ext cx="4366617" cy="1668179"/>
        </a:xfrm>
        <a:prstGeom prst="roundRect">
          <a:avLst>
            <a:gd name="adj" fmla="val 10000"/>
          </a:avLst>
        </a:prstGeom>
        <a:solidFill>
          <a:srgbClr val="7030A0"/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3 hours of Labs</a:t>
          </a:r>
        </a:p>
      </dsp:txBody>
      <dsp:txXfrm>
        <a:off x="6654248" y="2001796"/>
        <a:ext cx="4268899" cy="157046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BC3C30-7F3D-4B20-9974-47C57B22CA6E}" type="datetimeFigureOut">
              <a:rPr lang="en-IE" smtClean="0"/>
              <a:t>15/01/2026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09BE90-ABBD-4931-8E0C-089E0ACACA6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9818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These technologies are the software development technologies/approaches that we will teach in the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4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2106129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These technologies are used to deliver the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6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4620061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These technologies are the software development technologies/approaches that we will teach in the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7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272087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These technologies are used to deliver the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8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4620061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576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54FA624-7CFC-3CFB-8384-E3FA99B20E94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C51F014-A304-3672-EB37-723E4843A104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33ABA0E-BFD0-4FFC-7A97-618346A07283}"/>
              </a:ext>
            </a:extLst>
          </p:cNvPr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8676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3035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2A16B-6893-A143-E832-A99D7B6427B3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B64861E-C2E3-2C0F-0C43-CF6F042CC211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1CA3013-A7FD-9B04-E782-3D11A6F03FF9}"/>
              </a:ext>
            </a:extLst>
          </p:cNvPr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018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3436290-11E2-F20B-966B-F18296CC48D7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AEFD405-1305-62EC-95A1-91739287FC18}"/>
              </a:ext>
            </a:extLst>
          </p:cNvPr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3668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DB4946F-2A50-46DF-D246-8E463A5B9E4E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CF61A43-37C0-D158-13BE-1753663F3BEC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1337FE5-1D06-06D8-1216-C9BDBEFC63F9}"/>
              </a:ext>
            </a:extLst>
          </p:cNvPr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2640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524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163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7676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113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7902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3" name="Shape 2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24" name="Shape 2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3560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Text"/>
          <p:cNvSpPr txBox="1">
            <a:spLocks noGrp="1"/>
          </p:cNvSpPr>
          <p:nvPr>
            <p:ph type="title"/>
          </p:nvPr>
        </p:nvSpPr>
        <p:spPr>
          <a:xfrm>
            <a:off x="863600" y="2286000"/>
            <a:ext cx="10464801" cy="114300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16" name="Subtitle"/>
          <p:cNvSpPr txBox="1">
            <a:spLocks noGrp="1"/>
          </p:cNvSpPr>
          <p:nvPr>
            <p:ph type="body" sz="quarter" idx="22"/>
          </p:nvPr>
        </p:nvSpPr>
        <p:spPr>
          <a:xfrm>
            <a:off x="957115" y="3465604"/>
            <a:ext cx="10134430" cy="846384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ctr">
              <a:spcBef>
                <a:spcPts val="0"/>
              </a:spcBef>
              <a:buClrTx/>
              <a:buSzTx/>
              <a:buFontTx/>
              <a:buNone/>
              <a:defRPr>
                <a:solidFill>
                  <a:srgbClr val="2F4468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91544" y="6360984"/>
            <a:ext cx="495649" cy="49244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30044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381000"/>
            <a:ext cx="10363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625600" y="1828800"/>
            <a:ext cx="48768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6705600" y="1828800"/>
            <a:ext cx="4876800" cy="4267200"/>
          </a:xfrm>
        </p:spPr>
        <p:txBody>
          <a:bodyPr/>
          <a:lstStyle/>
          <a:p>
            <a:pPr lvl="0"/>
            <a:r>
              <a:rPr lang="en-US" noProof="0"/>
              <a:t>Click icon to add chart</a:t>
            </a:r>
          </a:p>
        </p:txBody>
      </p:sp>
      <p:sp>
        <p:nvSpPr>
          <p:cNvPr id="5" name="Rectangle 102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54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21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diagramLayout" Target="../diagrams/layout1.xml"/><Relationship Id="rId7" Type="http://schemas.openxmlformats.org/officeDocument/2006/relationships/image" Target="../media/image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75641" y="914401"/>
            <a:ext cx="7772400" cy="1470025"/>
          </a:xfrm>
        </p:spPr>
        <p:txBody>
          <a:bodyPr>
            <a:normAutofit/>
          </a:bodyPr>
          <a:lstStyle/>
          <a:p>
            <a:pPr algn="l"/>
            <a:r>
              <a:rPr lang="en-IE" sz="4000" dirty="0"/>
              <a:t>Introduction to Module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38300" y="3810000"/>
            <a:ext cx="1866900" cy="1066800"/>
          </a:xfrm>
        </p:spPr>
        <p:txBody>
          <a:bodyPr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Produced </a:t>
            </a:r>
          </a:p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by: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2251841" y="3124200"/>
            <a:ext cx="762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1"/>
          <p:cNvSpPr txBox="1">
            <a:spLocks/>
          </p:cNvSpPr>
          <p:nvPr/>
        </p:nvSpPr>
        <p:spPr>
          <a:xfrm>
            <a:off x="2175641" y="2133601"/>
            <a:ext cx="7772400" cy="936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E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Content, Structure and the JVM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8AA3B7-D740-41D7-AA23-E2D8E8278A5D}"/>
              </a:ext>
            </a:extLst>
          </p:cNvPr>
          <p:cNvSpPr txBox="1"/>
          <p:nvPr/>
        </p:nvSpPr>
        <p:spPr>
          <a:xfrm>
            <a:off x="3733800" y="3828872"/>
            <a:ext cx="3581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Mairead Meagher</a:t>
            </a: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Siobhan Roche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FF7DBB-96DC-909E-3117-A2FC2CC74504}"/>
              </a:ext>
            </a:extLst>
          </p:cNvPr>
          <p:cNvSpPr txBox="1"/>
          <p:nvPr/>
        </p:nvSpPr>
        <p:spPr>
          <a:xfrm>
            <a:off x="7336971" y="5849826"/>
            <a:ext cx="40727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600" dirty="0"/>
              <a:t>Department of Computing and Mathematics</a:t>
            </a:r>
          </a:p>
          <a:p>
            <a:r>
              <a:rPr lang="en-IE" sz="1600" dirty="0"/>
              <a:t>http://www.setu.ie/</a:t>
            </a:r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78BC0D7F-FA53-E372-D868-E0812BB61B7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41" y="5501441"/>
            <a:ext cx="2286000" cy="1281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371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Shape 245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IE" dirty="0"/>
              <a:t>Agenda</a:t>
            </a:r>
            <a:endParaRPr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IE" smtClean="0"/>
              <a:t>2</a:t>
            </a:fld>
            <a:endParaRPr lang="en-IE"/>
          </a:p>
        </p:txBody>
      </p:sp>
      <p:sp>
        <p:nvSpPr>
          <p:cNvPr id="246" name="Shape 246"/>
          <p:cNvSpPr>
            <a:spLocks noGrp="1"/>
          </p:cNvSpPr>
          <p:nvPr>
            <p:ph type="body" idx="4294967295"/>
          </p:nvPr>
        </p:nvSpPr>
        <p:spPr>
          <a:xfrm>
            <a:off x="0" y="1830388"/>
            <a:ext cx="8229600" cy="4525962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E" sz="2800" i="1" dirty="0"/>
              <a:t>Lecturers / Tutors</a:t>
            </a:r>
          </a:p>
          <a:p>
            <a:pPr>
              <a:lnSpc>
                <a:spcPct val="150000"/>
              </a:lnSpc>
            </a:pPr>
            <a:r>
              <a:rPr lang="en-IE" sz="2800" i="1" dirty="0"/>
              <a:t>Module Structure &amp; Delivery</a:t>
            </a:r>
          </a:p>
          <a:p>
            <a:pPr>
              <a:lnSpc>
                <a:spcPct val="150000"/>
              </a:lnSpc>
            </a:pPr>
            <a:r>
              <a:rPr lang="en-IE" sz="2800" i="1" dirty="0"/>
              <a:t>Technologies</a:t>
            </a:r>
            <a:endParaRPr lang="en-IE" sz="2400" i="1" dirty="0"/>
          </a:p>
          <a:p>
            <a:pPr>
              <a:lnSpc>
                <a:spcPct val="150000"/>
              </a:lnSpc>
            </a:pPr>
            <a:r>
              <a:rPr lang="en-IE" sz="2800" i="1" dirty="0"/>
              <a:t>Module Assessment (Assignments)</a:t>
            </a:r>
          </a:p>
          <a:p>
            <a:pPr>
              <a:lnSpc>
                <a:spcPct val="150000"/>
              </a:lnSpc>
            </a:pPr>
            <a:r>
              <a:rPr lang="en-IE" sz="2800" i="1" dirty="0"/>
              <a:t>Ethos</a:t>
            </a:r>
          </a:p>
        </p:txBody>
      </p:sp>
    </p:spTree>
    <p:extLst>
      <p:ext uri="{BB962C8B-B14F-4D97-AF65-F5344CB8AC3E}">
        <p14:creationId xmlns:p14="http://schemas.microsoft.com/office/powerpoint/2010/main" val="3743821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Shape 245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IE" dirty="0"/>
              <a:t>Introducing your lecturers / tutors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IE" smtClean="0"/>
              <a:t>3</a:t>
            </a:fld>
            <a:endParaRPr lang="en-IE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9F9366FA-7543-47BB-9CE7-EA14612B24AF}"/>
              </a:ext>
            </a:extLst>
          </p:cNvPr>
          <p:cNvGraphicFramePr/>
          <p:nvPr/>
        </p:nvGraphicFramePr>
        <p:xfrm>
          <a:off x="1828800" y="1376456"/>
          <a:ext cx="8534400" cy="495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" name="Picture 7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2200" y="4472334"/>
            <a:ext cx="950400" cy="950400"/>
          </a:xfrm>
          <a:prstGeom prst="rect">
            <a:avLst/>
          </a:prstGeom>
          <a:ln>
            <a:solidFill>
              <a:srgbClr val="0070C0"/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25" b="11361"/>
          <a:stretch/>
        </p:blipFill>
        <p:spPr>
          <a:xfrm>
            <a:off x="9982200" y="1751153"/>
            <a:ext cx="990600" cy="1075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3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Shape 245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IE" dirty="0"/>
              <a:t>Module Content</a:t>
            </a:r>
            <a:endParaRPr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IE" smtClean="0"/>
              <a:t>4</a:t>
            </a:fld>
            <a:endParaRPr lang="en-IE"/>
          </a:p>
        </p:txBody>
      </p:sp>
      <p:pic>
        <p:nvPicPr>
          <p:cNvPr id="3084" name="Picture 12" descr="Image result for XML icon">
            <a:extLst>
              <a:ext uri="{FF2B5EF4-FFF2-40B4-BE49-F238E27FC236}">
                <a16:creationId xmlns:a16="http://schemas.microsoft.com/office/drawing/2014/main" id="{1D2A4437-A934-4189-81A2-F33E51D9DB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9441" y="1981201"/>
            <a:ext cx="1712416" cy="1571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C:\Users\Siobhan\Documents\2017-2018\prog-fund-2\public-site-uk\topic09-tdd-junit\talk-1-tdd-intro\a-prog-fund-2-TDD-intro.jpg">
            <a:extLst>
              <a:ext uri="{FF2B5EF4-FFF2-40B4-BE49-F238E27FC236}">
                <a16:creationId xmlns:a16="http://schemas.microsoft.com/office/drawing/2014/main" id="{EEBDF4AC-C857-42EF-A07E-913595D14D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2" y="1579044"/>
            <a:ext cx="3352800" cy="3118884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C:\Users\Siobhan\Documents\2017-2018\prog-fund-2\public-site-uk\topic06-collections-map-set\book\img\main.png">
            <a:extLst>
              <a:ext uri="{FF2B5EF4-FFF2-40B4-BE49-F238E27FC236}">
                <a16:creationId xmlns:a16="http://schemas.microsoft.com/office/drawing/2014/main" id="{15BACA20-0188-4410-837B-587E3F9D28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216" y="4267201"/>
            <a:ext cx="3522539" cy="2429337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Image result for java10">
            <a:extLst>
              <a:ext uri="{FF2B5EF4-FFF2-40B4-BE49-F238E27FC236}">
                <a16:creationId xmlns:a16="http://schemas.microsoft.com/office/drawing/2014/main" id="{3EE9C054-BD97-4858-91EE-51C2F1F7405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34" t="25738" r="36202" b="28334"/>
          <a:stretch/>
        </p:blipFill>
        <p:spPr bwMode="auto">
          <a:xfrm>
            <a:off x="1722930" y="2200943"/>
            <a:ext cx="2747112" cy="1351883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213ACA6-A607-4E63-89A3-595CB4390A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04998" y="3997845"/>
            <a:ext cx="2117307" cy="2204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022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Shape 245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IE" dirty="0"/>
              <a:t>Module Structure and Delivery</a:t>
            </a:r>
            <a:endParaRPr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IE" smtClean="0"/>
              <a:t>5</a:t>
            </a:fld>
            <a:endParaRPr lang="en-IE"/>
          </a:p>
        </p:txBody>
      </p:sp>
      <p:graphicFrame>
        <p:nvGraphicFramePr>
          <p:cNvPr id="5" name="Diagram 4"/>
          <p:cNvGraphicFramePr/>
          <p:nvPr/>
        </p:nvGraphicFramePr>
        <p:xfrm>
          <a:off x="609600" y="1787260"/>
          <a:ext cx="10972800" cy="36229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733802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Shape 245"/>
          <p:cNvSpPr>
            <a:spLocks noGrp="1"/>
          </p:cNvSpPr>
          <p:nvPr>
            <p:ph type="title"/>
          </p:nvPr>
        </p:nvSpPr>
        <p:spPr>
          <a:xfrm>
            <a:off x="804672" y="2600325"/>
            <a:ext cx="4948428" cy="26512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400" dirty="0">
                <a:solidFill>
                  <a:schemeClr val="tx1"/>
                </a:solidFill>
              </a:rPr>
              <a:t>Learning Technologies</a:t>
            </a:r>
          </a:p>
        </p:txBody>
      </p:sp>
      <p:pic>
        <p:nvPicPr>
          <p:cNvPr id="2052" name="Picture 4" descr="Image result for moodle ic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8327" y="2164254"/>
            <a:ext cx="1808902" cy="461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4EE90DB-03D1-4293-BC78-2EB34BD37C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2145" y="4790256"/>
            <a:ext cx="1879059" cy="62008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612CA02-0CE0-934D-B867-D3D203AA38CD}"/>
              </a:ext>
            </a:extLst>
          </p:cNvPr>
          <p:cNvSpPr txBox="1"/>
          <p:nvPr/>
        </p:nvSpPr>
        <p:spPr>
          <a:xfrm>
            <a:off x="8771794" y="3753858"/>
            <a:ext cx="16843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highlight>
                  <a:srgbClr val="000000"/>
                </a:highlight>
              </a:rPr>
              <a:t>DESKTOP APPS: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4E50C0B-BCA2-6FB7-BE23-668D54CB4F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0761" y="470483"/>
            <a:ext cx="2222500" cy="100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9009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Shape 245"/>
          <p:cNvSpPr>
            <a:spLocks noGrp="1"/>
          </p:cNvSpPr>
          <p:nvPr>
            <p:ph type="title"/>
          </p:nvPr>
        </p:nvSpPr>
        <p:spPr>
          <a:xfrm>
            <a:off x="1803662" y="4535875"/>
            <a:ext cx="8584676" cy="10443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4800" dirty="0">
                <a:solidFill>
                  <a:schemeClr val="tx1"/>
                </a:solidFill>
              </a:rPr>
              <a:t>Programming Technologies</a:t>
            </a:r>
          </a:p>
        </p:txBody>
      </p:sp>
      <p:pic>
        <p:nvPicPr>
          <p:cNvPr id="3074" name="Picture 2" descr="Image result for java">
            <a:extLst>
              <a:ext uri="{FF2B5EF4-FFF2-40B4-BE49-F238E27FC236}">
                <a16:creationId xmlns:a16="http://schemas.microsoft.com/office/drawing/2014/main" id="{667526F7-82EB-4E1F-BEA3-BC94D2CEAE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1793" y="1564075"/>
            <a:ext cx="1837944" cy="1837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655E452B-70B4-206C-4B36-56DBF00068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7598" y="1825822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02858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Shape 245"/>
          <p:cNvSpPr>
            <a:spLocks noGrp="1"/>
          </p:cNvSpPr>
          <p:nvPr>
            <p:ph type="title"/>
          </p:nvPr>
        </p:nvSpPr>
        <p:spPr>
          <a:xfrm>
            <a:off x="804672" y="2600325"/>
            <a:ext cx="4948428" cy="26512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400" dirty="0">
                <a:solidFill>
                  <a:schemeClr val="tx1"/>
                </a:solidFill>
              </a:rPr>
              <a:t>Learning Technologies</a:t>
            </a:r>
          </a:p>
        </p:txBody>
      </p:sp>
      <p:pic>
        <p:nvPicPr>
          <p:cNvPr id="2052" name="Picture 4" descr="Image result for moodle ic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8327" y="2164254"/>
            <a:ext cx="1808902" cy="461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4EE90DB-03D1-4293-BC78-2EB34BD37C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2145" y="4790256"/>
            <a:ext cx="1879059" cy="6200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4E50C0B-BCA2-6FB7-BE23-668D54CB4F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8902" y="2922625"/>
            <a:ext cx="2222500" cy="100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1216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525A8-6763-F54D-BBC0-7E5EECBF4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Calendar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02AA399-2DF7-E800-BE2F-E50645DED1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8906788"/>
              </p:ext>
            </p:extLst>
          </p:nvPr>
        </p:nvGraphicFramePr>
        <p:xfrm>
          <a:off x="2743200" y="1711325"/>
          <a:ext cx="5270501" cy="485026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27747">
                  <a:extLst>
                    <a:ext uri="{9D8B030D-6E8A-4147-A177-3AD203B41FA5}">
                      <a16:colId xmlns:a16="http://schemas.microsoft.com/office/drawing/2014/main" val="4178617532"/>
                    </a:ext>
                  </a:extLst>
                </a:gridCol>
                <a:gridCol w="1780103">
                  <a:extLst>
                    <a:ext uri="{9D8B030D-6E8A-4147-A177-3AD203B41FA5}">
                      <a16:colId xmlns:a16="http://schemas.microsoft.com/office/drawing/2014/main" val="2601384735"/>
                    </a:ext>
                  </a:extLst>
                </a:gridCol>
                <a:gridCol w="1762651">
                  <a:extLst>
                    <a:ext uri="{9D8B030D-6E8A-4147-A177-3AD203B41FA5}">
                      <a16:colId xmlns:a16="http://schemas.microsoft.com/office/drawing/2014/main" val="659078513"/>
                    </a:ext>
                  </a:extLst>
                </a:gridCol>
              </a:tblGrid>
              <a:tr h="37640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600" u="none" strike="noStrike">
                          <a:effectLst/>
                        </a:rPr>
                        <a:t>Week No</a:t>
                      </a:r>
                      <a:endParaRPr lang="en-IE" sz="16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600" u="none" strike="noStrike">
                          <a:effectLst/>
                        </a:rPr>
                        <a:t>Type</a:t>
                      </a:r>
                      <a:endParaRPr lang="en-IE" sz="16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600" u="none" strike="noStrike">
                          <a:effectLst/>
                        </a:rPr>
                        <a:t>Date Starts</a:t>
                      </a:r>
                      <a:endParaRPr lang="en-IE" sz="16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296697138"/>
                  </a:ext>
                </a:extLst>
              </a:tr>
              <a:tr h="27961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1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Tuition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19/01/2026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201805733"/>
                  </a:ext>
                </a:extLst>
              </a:tr>
              <a:tr h="27961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2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Tuition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26/01/2026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971317349"/>
                  </a:ext>
                </a:extLst>
              </a:tr>
              <a:tr h="27961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3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Tuition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02/02/2026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060386106"/>
                  </a:ext>
                </a:extLst>
              </a:tr>
              <a:tr h="27961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4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Tuition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09/02/2026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30574671"/>
                  </a:ext>
                </a:extLst>
              </a:tr>
              <a:tr h="27961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Mid-term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Reading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16/02/2026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959166912"/>
                  </a:ext>
                </a:extLst>
              </a:tr>
              <a:tr h="27961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5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Tuition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23/02/2026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503648049"/>
                  </a:ext>
                </a:extLst>
              </a:tr>
              <a:tr h="27961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6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Tuition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02/03/2026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21401629"/>
                  </a:ext>
                </a:extLst>
              </a:tr>
              <a:tr h="27961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7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Tuition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09/03/2026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607222284"/>
                  </a:ext>
                </a:extLst>
              </a:tr>
              <a:tr h="27961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8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Tuition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16/03/2026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714776111"/>
                  </a:ext>
                </a:extLst>
              </a:tr>
              <a:tr h="27961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9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Tuition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23/03/2026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56822697"/>
                  </a:ext>
                </a:extLst>
              </a:tr>
              <a:tr h="27961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Easter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Reading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30/03/2026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329303372"/>
                  </a:ext>
                </a:extLst>
              </a:tr>
              <a:tr h="27961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Easter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Reading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06/04/2026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334439416"/>
                  </a:ext>
                </a:extLst>
              </a:tr>
              <a:tr h="27961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10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Tuition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13/04/2026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86804948"/>
                  </a:ext>
                </a:extLst>
              </a:tr>
              <a:tr h="27961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11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Tuition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20/04/2026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281612606"/>
                  </a:ext>
                </a:extLst>
              </a:tr>
              <a:tr h="27961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12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Tuition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27/04/2026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4273202"/>
                  </a:ext>
                </a:extLst>
              </a:tr>
              <a:tr h="27961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Study Week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200" u="none" strike="noStrike">
                          <a:effectLst/>
                        </a:rPr>
                        <a:t>Reading</a:t>
                      </a:r>
                      <a:endParaRPr lang="en-IE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200" u="none" strike="noStrike" dirty="0">
                          <a:effectLst/>
                        </a:rPr>
                        <a:t>04/05/2026</a:t>
                      </a:r>
                      <a:endParaRPr lang="en-IE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064009795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733234BF-1937-8CBE-75C8-8A4015AF97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126" y="137417"/>
            <a:ext cx="5086474" cy="1261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1931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Module 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981200" y="2819400"/>
            <a:ext cx="7391400" cy="3657600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r>
              <a:rPr lang="en-IE" dirty="0"/>
              <a:t>Focus on:</a:t>
            </a:r>
          </a:p>
          <a:p>
            <a:endParaRPr lang="en-IE" sz="1400" dirty="0"/>
          </a:p>
          <a:p>
            <a:pPr lvl="1"/>
            <a:r>
              <a:rPr lang="en-IE" dirty="0"/>
              <a:t>Menu Driven Systems (console based)</a:t>
            </a:r>
          </a:p>
          <a:p>
            <a:pPr lvl="1"/>
            <a:r>
              <a:rPr lang="en-IE" dirty="0"/>
              <a:t>Data Structures</a:t>
            </a:r>
          </a:p>
          <a:p>
            <a:pPr lvl="1"/>
            <a:r>
              <a:rPr lang="en-IE" dirty="0"/>
              <a:t>CRUD and Persistence (XML)</a:t>
            </a:r>
          </a:p>
          <a:p>
            <a:pPr lvl="1"/>
            <a:r>
              <a:rPr lang="en-IE" dirty="0"/>
              <a:t>Exceptions</a:t>
            </a:r>
          </a:p>
          <a:p>
            <a:pPr lvl="1"/>
            <a:r>
              <a:rPr lang="en-IE" dirty="0"/>
              <a:t>Inheritance, Polymorphism and Abstraction</a:t>
            </a:r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D5A74730-4B8D-487A-9137-DD3343DB3EE1}"/>
              </a:ext>
            </a:extLst>
          </p:cNvPr>
          <p:cNvSpPr txBox="1">
            <a:spLocks/>
          </p:cNvSpPr>
          <p:nvPr/>
        </p:nvSpPr>
        <p:spPr>
          <a:xfrm>
            <a:off x="6477000" y="1676400"/>
            <a:ext cx="3200400" cy="185896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E" dirty="0"/>
              <a:t>100% CA:</a:t>
            </a:r>
          </a:p>
          <a:p>
            <a:pPr lvl="1"/>
            <a:r>
              <a:rPr lang="en-IE" dirty="0"/>
              <a:t>Assignment 1</a:t>
            </a:r>
          </a:p>
          <a:p>
            <a:pPr lvl="1"/>
            <a:r>
              <a:rPr lang="en-IE" dirty="0"/>
              <a:t>Assignment 2</a:t>
            </a:r>
          </a:p>
          <a:p>
            <a:pPr marL="457200" lvl="1" indent="0">
              <a:buNone/>
            </a:pP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6359134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Ethos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b="1" dirty="0"/>
              <a:t>Self-directed learning </a:t>
            </a:r>
            <a:r>
              <a:rPr lang="en-IE" dirty="0"/>
              <a:t>outside of lectures / labs.</a:t>
            </a:r>
          </a:p>
          <a:p>
            <a:r>
              <a:rPr lang="en-IE" dirty="0"/>
              <a:t>Inquisitive and motivated.</a:t>
            </a:r>
          </a:p>
          <a:p>
            <a:r>
              <a:rPr lang="en-IE" dirty="0"/>
              <a:t>Help your </a:t>
            </a:r>
            <a:r>
              <a:rPr lang="en-IE" b="1" dirty="0"/>
              <a:t>peers (use #Slack!)</a:t>
            </a:r>
            <a:r>
              <a:rPr lang="en-IE" dirty="0"/>
              <a:t>.</a:t>
            </a:r>
          </a:p>
          <a:p>
            <a:r>
              <a:rPr lang="en-IE" b="1" dirty="0"/>
              <a:t>Engage</a:t>
            </a:r>
            <a:r>
              <a:rPr lang="en-IE" dirty="0"/>
              <a:t>ment and staying current with the module.</a:t>
            </a:r>
          </a:p>
          <a:p>
            <a:r>
              <a:rPr lang="en-IE" dirty="0"/>
              <a:t>All work submitted must be </a:t>
            </a:r>
            <a:r>
              <a:rPr lang="en-IE" b="1" dirty="0"/>
              <a:t>your own work</a:t>
            </a:r>
            <a:r>
              <a:rPr lang="en-IE" dirty="0"/>
              <a:t>.  </a:t>
            </a:r>
          </a:p>
          <a:p>
            <a:pPr lvl="1"/>
            <a:r>
              <a:rPr lang="en-IE" dirty="0"/>
              <a:t>all code/approaches given in the module by us can be re-used / re-purposed in your assignments.</a:t>
            </a:r>
          </a:p>
          <a:p>
            <a:endParaRPr lang="en-I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IE" smtClean="0"/>
              <a:t>11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7814835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Questions?</a:t>
            </a:r>
          </a:p>
        </p:txBody>
      </p:sp>
      <p:pic>
        <p:nvPicPr>
          <p:cNvPr id="3" name="Picture 2" descr="A green question mark in a circle&#10;&#10;AI-generated content may be incorrect.">
            <a:extLst>
              <a:ext uri="{FF2B5EF4-FFF2-40B4-BE49-F238E27FC236}">
                <a16:creationId xmlns:a16="http://schemas.microsoft.com/office/drawing/2014/main" id="{A30EF653-AC22-0839-28C5-CDD9BD3E56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0" y="1325562"/>
            <a:ext cx="5257800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878679"/>
      </p:ext>
    </p:extLst>
  </p:cSld>
  <p:clrMapOvr>
    <a:masterClrMapping/>
  </p:clrMapOvr>
</p:sld>
</file>

<file path=ppt/theme/theme1.xml><?xml version="1.0" encoding="utf-8"?>
<a:theme xmlns:a="http://schemas.openxmlformats.org/drawingml/2006/main" name="a-processing-mouse-event-metho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a-data-types</Template>
  <TotalTime>0</TotalTime>
  <Words>322</Words>
  <Application>Microsoft Office PowerPoint</Application>
  <PresentationFormat>Widescreen</PresentationFormat>
  <Paragraphs>114</Paragraphs>
  <Slides>12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a-processing-mouse-event-methods</vt:lpstr>
      <vt:lpstr>Introduction to Module</vt:lpstr>
      <vt:lpstr>Agenda</vt:lpstr>
      <vt:lpstr>Introducing your lecturers / tutors</vt:lpstr>
      <vt:lpstr>Module Content</vt:lpstr>
      <vt:lpstr>Module Structure and Delivery</vt:lpstr>
      <vt:lpstr>Learning Technologies</vt:lpstr>
      <vt:lpstr>Programming Technologies</vt:lpstr>
      <vt:lpstr>Learning Technologies</vt:lpstr>
      <vt:lpstr>Calendar</vt:lpstr>
      <vt:lpstr>Module Content</vt:lpstr>
      <vt:lpstr>Ethos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Fundamentals 2</dc:title>
  <dc:creator>Siobhan Drohan</dc:creator>
  <cp:lastModifiedBy>Siobhan Roche</cp:lastModifiedBy>
  <cp:revision>75</cp:revision>
  <dcterms:created xsi:type="dcterms:W3CDTF">2006-08-16T00:00:00Z</dcterms:created>
  <dcterms:modified xsi:type="dcterms:W3CDTF">2026-01-15T14:49:32Z</dcterms:modified>
</cp:coreProperties>
</file>