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84" r:id="rId2"/>
    <p:sldId id="445" r:id="rId3"/>
    <p:sldId id="408" r:id="rId4"/>
    <p:sldId id="395" r:id="rId5"/>
    <p:sldId id="446" r:id="rId6"/>
    <p:sldId id="417" r:id="rId7"/>
    <p:sldId id="418" r:id="rId8"/>
    <p:sldId id="419" r:id="rId9"/>
    <p:sldId id="447" r:id="rId10"/>
    <p:sldId id="414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39" r:id="rId19"/>
    <p:sldId id="449" r:id="rId20"/>
    <p:sldId id="332" r:id="rId21"/>
    <p:sldId id="335" r:id="rId22"/>
    <p:sldId id="450" r:id="rId23"/>
    <p:sldId id="415" r:id="rId24"/>
    <p:sldId id="416" r:id="rId25"/>
    <p:sldId id="429" r:id="rId26"/>
    <p:sldId id="427" r:id="rId27"/>
    <p:sldId id="431" r:id="rId28"/>
    <p:sldId id="432" r:id="rId29"/>
    <p:sldId id="430" r:id="rId30"/>
    <p:sldId id="433" r:id="rId31"/>
    <p:sldId id="434" r:id="rId32"/>
    <p:sldId id="435" r:id="rId33"/>
    <p:sldId id="437" r:id="rId34"/>
    <p:sldId id="451" r:id="rId35"/>
    <p:sldId id="30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FDBBC5"/>
    <a:srgbClr val="F9CF8B"/>
    <a:srgbClr val="4F81BD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6" autoAdjust="0"/>
    <p:restoredTop sz="81994"/>
  </p:normalViewPr>
  <p:slideViewPr>
    <p:cSldViewPr>
      <p:cViewPr varScale="1">
        <p:scale>
          <a:sx n="97" d="100"/>
          <a:sy n="97" d="100"/>
        </p:scale>
        <p:origin x="17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29/01/2025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63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9914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77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290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76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8118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5924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03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01775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Shop V2.2 - An Array of Product with a basic menu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715000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2286000" y="3810000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59080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0" y="2885559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V2.1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V2.0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 Recap of the Classes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6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V2.0 - 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977" y="1752600"/>
            <a:ext cx="3423452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name, code, unit cost, in the current product 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071AF-98B4-4EBE-8E67-CE6E481360A3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75E9D-F40B-48F0-9A76-3AB9431931F3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8BD30C7-9DCD-4111-ADBB-747FD768695F}"/>
              </a:ext>
            </a:extLst>
          </p:cNvPr>
          <p:cNvCxnSpPr>
            <a:cxnSpLocks/>
            <a:stCxn id="11" idx="3"/>
            <a:endCxn id="8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F189AD-4A26-4501-AB33-B84FF5D835A7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1B331A5-1930-42F5-8C9D-26359EB4DD9A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2502"/>
            <a:ext cx="83058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New</a:t>
            </a:r>
            <a:r>
              <a:rPr lang="en-IE" sz="2800" b="1" dirty="0"/>
              <a:t> </a:t>
            </a:r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>
                <a:solidFill>
                  <a:srgbClr val="FF40FF"/>
                </a:solidFill>
              </a:rPr>
              <a:t> </a:t>
            </a:r>
            <a:r>
              <a:rPr lang="en-IE" sz="2800" dirty="0"/>
              <a:t>class is responsible for maintaining a collection of Products </a:t>
            </a:r>
          </a:p>
          <a:p>
            <a:pPr lvl="1"/>
            <a:r>
              <a:rPr lang="en-IE" sz="2400" dirty="0"/>
              <a:t>i.e. an </a:t>
            </a:r>
            <a:r>
              <a:rPr lang="en-IE" sz="2400" b="1" dirty="0"/>
              <a:t>array of Products</a:t>
            </a:r>
            <a:r>
              <a:rPr lang="en-IE" sz="2400" dirty="0"/>
              <a:t>.  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now allow the user to decide </a:t>
            </a:r>
            <a:r>
              <a:rPr lang="en-IE" sz="2800" b="1" dirty="0"/>
              <a:t>how many product </a:t>
            </a:r>
            <a:r>
              <a:rPr lang="en-IE" sz="2800" dirty="0"/>
              <a:t>details they want to store. </a:t>
            </a:r>
          </a:p>
          <a:p>
            <a:pPr marL="0" indent="0">
              <a:buNone/>
            </a:pPr>
            <a:endParaRPr lang="en-IE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Version developed in Lab Exercises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2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4000"/>
            <a:ext cx="8153400" cy="52414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48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5664200" cy="3641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093B557-E25B-4568-A987-346D0DB4E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243822"/>
            <a:ext cx="4495800" cy="35548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 //code omitted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br>
              <a:rPr kumimoji="0" lang="en-VI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5664200" cy="36412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7151F-F49D-48DB-A779-C78192E6FF5C}"/>
              </a:ext>
            </a:extLst>
          </p:cNvPr>
          <p:cNvSpPr txBox="1"/>
          <p:nvPr/>
        </p:nvSpPr>
        <p:spPr>
          <a:xfrm>
            <a:off x="224758" y="1295400"/>
            <a:ext cx="3352800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Our users have no control of the system; they cannot </a:t>
            </a:r>
            <a:r>
              <a:rPr lang="en-IE" sz="2400" b="1" dirty="0">
                <a:solidFill>
                  <a:srgbClr val="FF0000"/>
                </a:solidFill>
              </a:rPr>
              <a:t>choose</a:t>
            </a:r>
            <a:r>
              <a:rPr lang="en-IE" sz="2400" dirty="0"/>
              <a:t> to do anything!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893CA5-9E2F-4B19-9CC6-4D33F9E14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243822"/>
            <a:ext cx="4495800" cy="35548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endParaRPr kumimoji="0" lang="en-GB" altLang="en-VI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   //code omitted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endParaRPr lang="en-GB" altLang="en-VI" sz="16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VI" altLang="en-VI" sz="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br>
              <a:rPr kumimoji="0" lang="en-VI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/>
              </a:rPr>
              <a:t> //code omitted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70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Adding a menu system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05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53891-F112-41B8-BFAA-25F37061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8" y="1600200"/>
            <a:ext cx="6522159" cy="5257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6246D-1F3E-4F9C-BF71-41C8A79BDD6E}"/>
              </a:ext>
            </a:extLst>
          </p:cNvPr>
          <p:cNvSpPr/>
          <p:nvPr/>
        </p:nvSpPr>
        <p:spPr>
          <a:xfrm>
            <a:off x="76201" y="4648200"/>
            <a:ext cx="6522160" cy="2209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We are going to add a simple menu that will allow us to view details about the entered products.</a:t>
            </a:r>
          </a:p>
        </p:txBody>
      </p:sp>
    </p:spTree>
    <p:extLst>
      <p:ext uri="{BB962C8B-B14F-4D97-AF65-F5344CB8AC3E}">
        <p14:creationId xmlns:p14="http://schemas.microsoft.com/office/powerpoint/2010/main" val="205415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8A2C6-3E92-4070-B470-21D85CC7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8852229" cy="3222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43EE101-4A08-420A-A4F5-0B16A777141A}"/>
              </a:ext>
            </a:extLst>
          </p:cNvPr>
          <p:cNvSpPr/>
          <p:nvPr/>
        </p:nvSpPr>
        <p:spPr>
          <a:xfrm rot="18365811">
            <a:off x="5616513" y="3029128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1: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the products</a:t>
            </a:r>
          </a:p>
        </p:txBody>
      </p:sp>
    </p:spTree>
    <p:extLst>
      <p:ext uri="{BB962C8B-B14F-4D97-AF65-F5344CB8AC3E}">
        <p14:creationId xmlns:p14="http://schemas.microsoft.com/office/powerpoint/2010/main" val="394645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E6870-0A17-4859-BEB5-CBF185B3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" y="2362200"/>
            <a:ext cx="8816382" cy="3047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18365811">
            <a:off x="5616513" y="3029128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472782" y="19812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2: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the </a:t>
            </a:r>
            <a:r>
              <a:rPr lang="en-IE" sz="2400" b="1" dirty="0"/>
              <a:t>current </a:t>
            </a:r>
            <a:r>
              <a:rPr lang="en-IE" sz="2400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48110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A2AB1-0279-4D60-ADA6-56F7D649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3740"/>
            <a:ext cx="7344366" cy="3457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6238408" y="4616682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514233" y="5459185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3: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Display average cost</a:t>
            </a:r>
          </a:p>
        </p:txBody>
      </p:sp>
    </p:spTree>
    <p:extLst>
      <p:ext uri="{BB962C8B-B14F-4D97-AF65-F5344CB8AC3E}">
        <p14:creationId xmlns:p14="http://schemas.microsoft.com/office/powerpoint/2010/main" val="313555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5CAF3-EAAE-4D96-B21B-23A4964D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19" y="1992894"/>
            <a:ext cx="7596681" cy="36614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590824" y="5100304"/>
            <a:ext cx="1600200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514233" y="5459185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4: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Display cheapest product</a:t>
            </a:r>
          </a:p>
        </p:txBody>
      </p:sp>
    </p:spTree>
    <p:extLst>
      <p:ext uri="{BB962C8B-B14F-4D97-AF65-F5344CB8AC3E}">
        <p14:creationId xmlns:p14="http://schemas.microsoft.com/office/powerpoint/2010/main" val="2288289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9F0B3-A50C-4483-8456-728EB849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60429"/>
            <a:ext cx="8686800" cy="28449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034992" y="4912559"/>
            <a:ext cx="2219447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638800" y="4766608"/>
            <a:ext cx="3352800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5: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List products that are more expensive than a given price</a:t>
            </a:r>
          </a:p>
        </p:txBody>
      </p:sp>
    </p:spTree>
    <p:extLst>
      <p:ext uri="{BB962C8B-B14F-4D97-AF65-F5344CB8AC3E}">
        <p14:creationId xmlns:p14="http://schemas.microsoft.com/office/powerpoint/2010/main" val="1564468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DCDA5-3DFA-466B-86C4-73D5BF72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78" y="1876425"/>
            <a:ext cx="6654970" cy="3105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129249" y="4191000"/>
            <a:ext cx="1890551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334000" y="4343400"/>
            <a:ext cx="3352800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Invalid Option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Menu is redisplayed once you press the enter key.</a:t>
            </a:r>
          </a:p>
        </p:txBody>
      </p:sp>
    </p:spTree>
    <p:extLst>
      <p:ext uri="{BB962C8B-B14F-4D97-AF65-F5344CB8AC3E}">
        <p14:creationId xmlns:p14="http://schemas.microsoft.com/office/powerpoint/2010/main" val="419555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A42DF-7C72-4E79-AB7B-EE0FAAD25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8187"/>
            <a:ext cx="6699648" cy="37195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129249" y="4191000"/>
            <a:ext cx="1890551" cy="1066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334000" y="4343400"/>
            <a:ext cx="33528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Option 0: </a:t>
            </a:r>
          </a:p>
          <a:p>
            <a:pPr algn="ctr"/>
            <a:endParaRPr lang="en-IE" sz="2400" dirty="0"/>
          </a:p>
          <a:p>
            <a:pPr algn="ctr"/>
            <a:r>
              <a:rPr lang="en-IE" sz="2400" dirty="0"/>
              <a:t>Exit the system</a:t>
            </a:r>
          </a:p>
        </p:txBody>
      </p:sp>
    </p:spTree>
    <p:extLst>
      <p:ext uri="{BB962C8B-B14F-4D97-AF65-F5344CB8AC3E}">
        <p14:creationId xmlns:p14="http://schemas.microsoft.com/office/powerpoint/2010/main" val="150422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switch Statement</a:t>
            </a:r>
            <a:endParaRPr lang="en-IE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A brief introduction (more later!)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47659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153400" cy="3840163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r>
              <a:rPr lang="en-IE" sz="3200" dirty="0"/>
              <a:t>The </a:t>
            </a:r>
            <a:r>
              <a:rPr lang="en-IE" sz="3200" b="1" dirty="0"/>
              <a:t>default </a:t>
            </a:r>
            <a:r>
              <a:rPr lang="en-IE" sz="3200" dirty="0"/>
              <a:t>case is optional; if no default is given, it may happen that no case is executed.</a:t>
            </a:r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sz="3200" dirty="0"/>
          </a:p>
          <a:p>
            <a:r>
              <a:rPr lang="en-IE" dirty="0"/>
              <a:t>Let’s use this now in ShopV2.2</a:t>
            </a:r>
            <a:endParaRPr lang="en-IE" sz="3200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12E69-CF66-426E-8515-DD59A4BD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IE" dirty="0"/>
              <a:t>Shop V2.2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AF4E7-D337-45B0-8C87-B5110412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IE" dirty="0"/>
              <a:t>Incorporating a menu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49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2502"/>
            <a:ext cx="8305800" cy="4525963"/>
          </a:xfrm>
        </p:spPr>
        <p:txBody>
          <a:bodyPr>
            <a:norm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Product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be changed to allow the user to choose options from a menu.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89187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629400" y="5889625"/>
            <a:ext cx="1981200" cy="8382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31223" y="5484826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412777" y="4883747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2590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9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Shop V2.1   				Shop V2.2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633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Shop V2.1   				Shop V2.2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F7457C-28C9-4979-9CDF-685F1990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55" y="2323018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87F2FB4-ABD0-4DCB-94A0-F82537323471}"/>
              </a:ext>
            </a:extLst>
          </p:cNvPr>
          <p:cNvSpPr/>
          <p:nvPr/>
        </p:nvSpPr>
        <p:spPr>
          <a:xfrm>
            <a:off x="6737937" y="2596836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4F5F2A3-ECAC-4D9A-A759-38F59643D807}"/>
              </a:ext>
            </a:extLst>
          </p:cNvPr>
          <p:cNvSpPr/>
          <p:nvPr/>
        </p:nvSpPr>
        <p:spPr>
          <a:xfrm>
            <a:off x="7467600" y="3276600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93BD2CEA-4987-4F86-94C0-FF467ABBFFF4}"/>
              </a:ext>
            </a:extLst>
          </p:cNvPr>
          <p:cNvSpPr/>
          <p:nvPr/>
        </p:nvSpPr>
        <p:spPr>
          <a:xfrm>
            <a:off x="7467600" y="3505200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D1559D9B-1011-494C-96C6-F984E5D3EA80}"/>
              </a:ext>
            </a:extLst>
          </p:cNvPr>
          <p:cNvSpPr/>
          <p:nvPr/>
        </p:nvSpPr>
        <p:spPr>
          <a:xfrm>
            <a:off x="7620000" y="2895600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6947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FCC1CC8E-229F-4487-B1FD-DE8DABBDF4D8}"/>
              </a:ext>
            </a:extLst>
          </p:cNvPr>
          <p:cNvSpPr/>
          <p:nvPr/>
        </p:nvSpPr>
        <p:spPr>
          <a:xfrm>
            <a:off x="3048000" y="2667000"/>
            <a:ext cx="6858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702229-810C-4B34-8FE4-1D0CF6BFA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22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0265D1D-2C7E-4700-B688-B90AA9DC8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29050"/>
            <a:ext cx="4445000" cy="2857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F903FBC-BD73-4050-A61F-40BAED5377DA}"/>
              </a:ext>
            </a:extLst>
          </p:cNvPr>
          <p:cNvSpPr/>
          <p:nvPr/>
        </p:nvSpPr>
        <p:spPr>
          <a:xfrm>
            <a:off x="1676400" y="5834649"/>
            <a:ext cx="2748787" cy="7429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Console Output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CDB829-6C78-4687-A98E-5F263746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764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EDE4E-2AEE-4B47-8748-E1E7C28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94" y="2323018"/>
            <a:ext cx="3689493" cy="33643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52B970C-FADA-438D-81F0-3BE76750CF7E}"/>
              </a:ext>
            </a:extLst>
          </p:cNvPr>
          <p:cNvSpPr/>
          <p:nvPr/>
        </p:nvSpPr>
        <p:spPr>
          <a:xfrm rot="18932632">
            <a:off x="3225387" y="4236406"/>
            <a:ext cx="3341024" cy="187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These methods will be in a menu system in </a:t>
            </a:r>
            <a:r>
              <a:rPr lang="en-IE" sz="2000" b="1" dirty="0">
                <a:solidFill>
                  <a:srgbClr val="FFFF00"/>
                </a:solidFill>
              </a:rPr>
              <a:t>V2.2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7D7AB7-5274-4D00-A878-AE81CEA4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385989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0E6DF8-28B8-4205-8A64-F97916997564}"/>
              </a:ext>
            </a:extLst>
          </p:cNvPr>
          <p:cNvSpPr/>
          <p:nvPr/>
        </p:nvSpPr>
        <p:spPr>
          <a:xfrm>
            <a:off x="4800600" y="2094418"/>
            <a:ext cx="3276600" cy="13345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0602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6149" y="4114800"/>
            <a:ext cx="3200400" cy="259079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IE" sz="3200" b="1" dirty="0">
                <a:solidFill>
                  <a:srgbClr val="FF0000"/>
                </a:solidFill>
              </a:rPr>
              <a:t>Shop V2.2:</a:t>
            </a:r>
            <a:br>
              <a:rPr lang="en-IE" sz="3200" b="1" dirty="0">
                <a:solidFill>
                  <a:srgbClr val="FF0000"/>
                </a:solidFill>
              </a:rPr>
            </a:br>
            <a:r>
              <a:rPr lang="en-IE" sz="3200" b="1" dirty="0">
                <a:solidFill>
                  <a:srgbClr val="FF0000"/>
                </a:solidFill>
              </a:rPr>
              <a:t>- </a:t>
            </a:r>
            <a:r>
              <a:rPr lang="en-IE" sz="3200" dirty="0"/>
              <a:t>new Driver   </a:t>
            </a:r>
            <a:br>
              <a:rPr lang="en-IE" sz="3200" dirty="0"/>
            </a:br>
            <a:r>
              <a:rPr lang="en-IE" sz="3200" dirty="0"/>
              <a:t>   constructor</a:t>
            </a:r>
            <a:br>
              <a:rPr lang="en-IE" sz="3200" dirty="0"/>
            </a:br>
            <a:r>
              <a:rPr lang="en-IE" sz="3200" b="1" dirty="0">
                <a:solidFill>
                  <a:srgbClr val="FF0000"/>
                </a:solidFill>
              </a:rPr>
              <a:t>- </a:t>
            </a:r>
            <a:r>
              <a:rPr lang="en-IE" sz="3200" dirty="0"/>
              <a:t>changes to the     </a:t>
            </a:r>
            <a:br>
              <a:rPr lang="en-IE" sz="3200" dirty="0"/>
            </a:br>
            <a:r>
              <a:rPr lang="en-IE" sz="3200" dirty="0"/>
              <a:t>   main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B164D-FEA4-4049-9206-31B9459C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5" y="2514600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B24E43E3-4A1C-4B5C-A669-3C2D30503940}"/>
              </a:ext>
            </a:extLst>
          </p:cNvPr>
          <p:cNvSpPr/>
          <p:nvPr/>
        </p:nvSpPr>
        <p:spPr>
          <a:xfrm>
            <a:off x="7023087" y="2788418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132E47-BE34-46BD-9876-833FFA764F28}"/>
              </a:ext>
            </a:extLst>
          </p:cNvPr>
          <p:cNvSpPr/>
          <p:nvPr/>
        </p:nvSpPr>
        <p:spPr>
          <a:xfrm>
            <a:off x="7752750" y="34681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22F4B50-48E2-4486-B514-CD9E8AD382F1}"/>
              </a:ext>
            </a:extLst>
          </p:cNvPr>
          <p:cNvSpPr/>
          <p:nvPr/>
        </p:nvSpPr>
        <p:spPr>
          <a:xfrm>
            <a:off x="7752750" y="36967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618B9D9-460D-45DE-B7ED-0D4750C57A5F}"/>
              </a:ext>
            </a:extLst>
          </p:cNvPr>
          <p:cNvSpPr/>
          <p:nvPr/>
        </p:nvSpPr>
        <p:spPr>
          <a:xfrm>
            <a:off x="7905150" y="3087182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99F1DB4-3993-4B9E-898E-BE00DE0B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15" y="260915"/>
            <a:ext cx="5121915" cy="206210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Driver()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runMenu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E4EB23-AEF3-4A5E-A694-868338C17611}"/>
              </a:ext>
            </a:extLst>
          </p:cNvPr>
          <p:cNvSpPr/>
          <p:nvPr/>
        </p:nvSpPr>
        <p:spPr>
          <a:xfrm>
            <a:off x="3409346" y="5523539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1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17139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216149" y="52578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b="1" dirty="0">
                <a:solidFill>
                  <a:srgbClr val="FF0000"/>
                </a:solidFill>
              </a:rPr>
              <a:t>Shop V2.2 </a:t>
            </a:r>
            <a:r>
              <a:rPr lang="en-IE" sz="3200" dirty="0"/>
              <a:t>– new </a:t>
            </a:r>
            <a:r>
              <a:rPr lang="en-IE" sz="3200" b="1" i="1" dirty="0" err="1"/>
              <a:t>mainMenu</a:t>
            </a:r>
            <a:r>
              <a:rPr lang="en-IE" sz="3200" b="1" i="1" dirty="0"/>
              <a:t> </a:t>
            </a:r>
            <a:r>
              <a:rPr lang="en-IE" sz="32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3409346" y="5523539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2</a:t>
            </a:r>
            <a:endParaRPr lang="en-I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AD6DA-F39C-45F5-9884-E59E0AB4F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54" y="145539"/>
            <a:ext cx="5701433" cy="353943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"""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Shop Menu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---------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1) List the Products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2) List the current products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3) Display average product unit cost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4) Display cheapest product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5) List products that are more expensive than a given price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0) Exit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==&gt;&gt; """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option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.nextInt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option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3C97-DA76-40FE-AADB-53E4D4C10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5" y="2514600"/>
            <a:ext cx="3962395" cy="4253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F1559208-FC1F-4B7D-933D-0F3D313F2F79}"/>
              </a:ext>
            </a:extLst>
          </p:cNvPr>
          <p:cNvSpPr/>
          <p:nvPr/>
        </p:nvSpPr>
        <p:spPr>
          <a:xfrm>
            <a:off x="7023087" y="2788418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0442656-1492-474B-A9E2-BBD8AC7A7298}"/>
              </a:ext>
            </a:extLst>
          </p:cNvPr>
          <p:cNvSpPr/>
          <p:nvPr/>
        </p:nvSpPr>
        <p:spPr>
          <a:xfrm>
            <a:off x="7752750" y="34681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A0293FC-DEA5-49F9-9874-EF4464E0E063}"/>
              </a:ext>
            </a:extLst>
          </p:cNvPr>
          <p:cNvSpPr/>
          <p:nvPr/>
        </p:nvSpPr>
        <p:spPr>
          <a:xfrm>
            <a:off x="7752750" y="3696782"/>
            <a:ext cx="4572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FD5C0D30-D745-4DCE-A811-06EE1EF543A0}"/>
              </a:ext>
            </a:extLst>
          </p:cNvPr>
          <p:cNvSpPr/>
          <p:nvPr/>
        </p:nvSpPr>
        <p:spPr>
          <a:xfrm>
            <a:off x="7905150" y="3087182"/>
            <a:ext cx="457200" cy="22860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0321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5C4330A-3E1E-42A4-AD74-BF981B8D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b="1" dirty="0">
                <a:solidFill>
                  <a:srgbClr val="FF0000"/>
                </a:solidFill>
              </a:rPr>
              <a:t>Shop V2.2 </a:t>
            </a:r>
            <a:r>
              <a:rPr lang="en-IE" sz="3200" dirty="0"/>
              <a:t>– new </a:t>
            </a:r>
            <a:r>
              <a:rPr lang="en-IE" sz="3200" b="1" dirty="0" err="1"/>
              <a:t>runMenu</a:t>
            </a:r>
            <a:r>
              <a:rPr lang="en-IE" sz="3200" b="1" dirty="0"/>
              <a:t> </a:t>
            </a:r>
            <a:r>
              <a:rPr lang="en-IE" sz="32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8116141" y="4648200"/>
            <a:ext cx="914400" cy="916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800" dirty="0"/>
              <a:t>3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40E39-A37C-421E-A7E7-F03734002E38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80336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CA6E9505-B63F-46E3-B1EB-48C93914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Loop Control Variable is </a:t>
            </a:r>
            <a:r>
              <a:rPr lang="en-IE" sz="3200" b="1" dirty="0">
                <a:solidFill>
                  <a:srgbClr val="FF0000"/>
                </a:solidFill>
              </a:rPr>
              <a:t>option</a:t>
            </a: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77606-1A40-415C-A639-BD4D45226A6C}"/>
              </a:ext>
            </a:extLst>
          </p:cNvPr>
          <p:cNvSpPr txBox="1"/>
          <p:nvPr/>
        </p:nvSpPr>
        <p:spPr>
          <a:xfrm>
            <a:off x="5176403" y="381000"/>
            <a:ext cx="148861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initialised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0011A-7843-4AAB-8015-A9CF97666A6D}"/>
              </a:ext>
            </a:extLst>
          </p:cNvPr>
          <p:cNvSpPr txBox="1"/>
          <p:nvPr/>
        </p:nvSpPr>
        <p:spPr>
          <a:xfrm>
            <a:off x="5140787" y="914400"/>
            <a:ext cx="11764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tested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3246B-F66A-49B9-AAEA-2960720AB58D}"/>
              </a:ext>
            </a:extLst>
          </p:cNvPr>
          <p:cNvSpPr txBox="1"/>
          <p:nvPr/>
        </p:nvSpPr>
        <p:spPr>
          <a:xfrm>
            <a:off x="3643556" y="4964668"/>
            <a:ext cx="13840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dirty="0"/>
              <a:t>LCV changed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F8F3E7-DC3C-4A89-879B-FEF1C282A8F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438400" y="565666"/>
            <a:ext cx="2738003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B38DA-72F2-4B51-963F-75C6B4F9FB91}"/>
              </a:ext>
            </a:extLst>
          </p:cNvPr>
          <p:cNvCxnSpPr>
            <a:cxnSpLocks/>
          </p:cNvCxnSpPr>
          <p:nvPr/>
        </p:nvCxnSpPr>
        <p:spPr>
          <a:xfrm flipH="1">
            <a:off x="2057400" y="1143000"/>
            <a:ext cx="3083388" cy="140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B33945-2E68-416C-8FFF-602422585D1A}"/>
              </a:ext>
            </a:extLst>
          </p:cNvPr>
          <p:cNvCxnSpPr>
            <a:cxnSpLocks/>
          </p:cNvCxnSpPr>
          <p:nvPr/>
        </p:nvCxnSpPr>
        <p:spPr>
          <a:xfrm flipH="1">
            <a:off x="2667000" y="5170465"/>
            <a:ext cx="976556" cy="11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C3B07A-64D7-4270-8549-9194AE58D133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4071041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618C5502-FCF6-4BAA-8EB6-1DB2DD1A9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87715"/>
            <a:ext cx="8909804" cy="64940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 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(option){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printCurrentProducts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printAverageProductPrice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printCheapestProduct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printProductsAboveAPrice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"Invalid option entered: "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option);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//pause the program so that the user can read what we just printed to the terminal window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Press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enter key to continue..."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input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//second read is required - bug in Scanner class; a String read is ignored straight after reading an int.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//display the main menu again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option 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mainMenu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//the user chose option 0, so exit the program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"Exiting...bye"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exit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867400" y="5334000"/>
            <a:ext cx="3200400" cy="14477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Note the methods in the switch statement are those that were in the main method in V2.1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3E9FAAC-20E2-45D0-8129-BEA1C6415DC4}"/>
              </a:ext>
            </a:extLst>
          </p:cNvPr>
          <p:cNvSpPr/>
          <p:nvPr/>
        </p:nvSpPr>
        <p:spPr>
          <a:xfrm>
            <a:off x="0" y="1600199"/>
            <a:ext cx="914400" cy="1219201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A96B7-9AB3-45D7-8830-24E01B7CD66F}"/>
              </a:ext>
            </a:extLst>
          </p:cNvPr>
          <p:cNvSpPr txBox="1"/>
          <p:nvPr/>
        </p:nvSpPr>
        <p:spPr>
          <a:xfrm>
            <a:off x="7094274" y="87727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A7B8ADA-56A7-4843-AABE-79DE089B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725775"/>
            <a:ext cx="3859894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Driver();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.processOrder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.printCurrentProducts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.printAverageProductPrice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.printCheapestProduct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driver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.printProductsAboveAPrice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7CC11-D44E-4F3A-86D4-E7A7CE6ECA94}"/>
              </a:ext>
            </a:extLst>
          </p:cNvPr>
          <p:cNvSpPr txBox="1"/>
          <p:nvPr/>
        </p:nvSpPr>
        <p:spPr>
          <a:xfrm>
            <a:off x="8225954" y="1516320"/>
            <a:ext cx="7620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dirty="0"/>
              <a:t>V2.1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0EA77D-A1BC-4012-9716-E4C5D9C4BA38}"/>
              </a:ext>
            </a:extLst>
          </p:cNvPr>
          <p:cNvSpPr/>
          <p:nvPr/>
        </p:nvSpPr>
        <p:spPr>
          <a:xfrm>
            <a:off x="5257800" y="1447800"/>
            <a:ext cx="2926031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400"/>
          </a:p>
        </p:txBody>
      </p:sp>
    </p:spTree>
    <p:extLst>
      <p:ext uri="{BB962C8B-B14F-4D97-AF65-F5344CB8AC3E}">
        <p14:creationId xmlns:p14="http://schemas.microsoft.com/office/powerpoint/2010/main" val="3704624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0278C-2FC2-4C63-AE51-49BD8E0F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3877"/>
            <a:ext cx="2620771" cy="4930246"/>
          </a:xfrm>
        </p:spPr>
        <p:txBody>
          <a:bodyPr>
            <a:normAutofit/>
          </a:bodyPr>
          <a:lstStyle/>
          <a:p>
            <a:pPr algn="r"/>
            <a:r>
              <a:rPr lang="en-IE">
                <a:solidFill>
                  <a:schemeClr val="accent1"/>
                </a:solidFill>
              </a:rPr>
              <a:t>Menus and switch statement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1D94-D2EF-4100-8E22-3C4393B0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023" y="963877"/>
            <a:ext cx="4783327" cy="4930246"/>
          </a:xfrm>
        </p:spPr>
        <p:txBody>
          <a:bodyPr anchor="ctr">
            <a:normAutofit/>
          </a:bodyPr>
          <a:lstStyle/>
          <a:p>
            <a:endParaRPr lang="en-IE" dirty="0"/>
          </a:p>
          <a:p>
            <a:r>
              <a:rPr lang="en-IE" dirty="0"/>
              <a:t>We will be revisiting this content in the next week or so!</a:t>
            </a:r>
          </a:p>
        </p:txBody>
      </p:sp>
    </p:spTree>
    <p:extLst>
      <p:ext uri="{BB962C8B-B14F-4D97-AF65-F5344CB8AC3E}">
        <p14:creationId xmlns:p14="http://schemas.microsoft.com/office/powerpoint/2010/main" val="4029247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5676</TotalTime>
  <Words>1680</Words>
  <Application>Microsoft Macintosh PowerPoint</Application>
  <PresentationFormat>On-screen Show (4:3)</PresentationFormat>
  <Paragraphs>135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JetBrains Mono</vt:lpstr>
      <vt:lpstr>Office Theme</vt:lpstr>
      <vt:lpstr>Shop V2.2 - An Array of Product with a basic menu</vt:lpstr>
      <vt:lpstr>Shop V2.0</vt:lpstr>
      <vt:lpstr>Recap - Shop V2.0 - Product</vt:lpstr>
      <vt:lpstr>Recap - Shop V2.0</vt:lpstr>
      <vt:lpstr>Shop V2.1</vt:lpstr>
      <vt:lpstr>Shop V2.1 – Lab Exercises</vt:lpstr>
      <vt:lpstr>Shop V2.1 – Lab Exercises</vt:lpstr>
      <vt:lpstr>Shop V2.1 – Lab Exercises</vt:lpstr>
      <vt:lpstr>Shop V2.2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switch Statement</vt:lpstr>
      <vt:lpstr>The switch statement</vt:lpstr>
      <vt:lpstr>The switch  statement</vt:lpstr>
      <vt:lpstr>The switch statement</vt:lpstr>
      <vt:lpstr>Shop V2.2</vt:lpstr>
      <vt:lpstr>Shop V2.2</vt:lpstr>
      <vt:lpstr>Shop V2.1       Shop V2.2</vt:lpstr>
      <vt:lpstr>Shop V2.1       Shop V2.2</vt:lpstr>
      <vt:lpstr>Shop V2.1 – main method</vt:lpstr>
      <vt:lpstr>Shop V2.1 – main method</vt:lpstr>
      <vt:lpstr>Shop V2.1 – main method</vt:lpstr>
      <vt:lpstr>Shop V2.2: - new Driver       constructor - changes to the         main method</vt:lpstr>
      <vt:lpstr>PowerPoint Presentation</vt:lpstr>
      <vt:lpstr>PowerPoint Presentation</vt:lpstr>
      <vt:lpstr>PowerPoint Presentation</vt:lpstr>
      <vt:lpstr>PowerPoint Presentation</vt:lpstr>
      <vt:lpstr>Menus and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Primitive Arrays</dc:title>
  <dc:creator>Siobhan Drohan</dc:creator>
  <cp:lastModifiedBy>Mairead Meagher</cp:lastModifiedBy>
  <cp:revision>171</cp:revision>
  <cp:lastPrinted>2018-03-17T14:02:04Z</cp:lastPrinted>
  <dcterms:created xsi:type="dcterms:W3CDTF">2006-08-16T00:00:00Z</dcterms:created>
  <dcterms:modified xsi:type="dcterms:W3CDTF">2025-01-29T16:43:03Z</dcterms:modified>
</cp:coreProperties>
</file>