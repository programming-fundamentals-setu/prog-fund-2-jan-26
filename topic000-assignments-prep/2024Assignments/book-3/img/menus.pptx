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7"/>
    <p:restoredTop sz="86395"/>
  </p:normalViewPr>
  <p:slideViewPr>
    <p:cSldViewPr snapToGrid="0">
      <p:cViewPr varScale="1">
        <p:scale>
          <a:sx n="101" d="100"/>
          <a:sy n="101" d="100"/>
        </p:scale>
        <p:origin x="232" y="2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950F-D7AD-9A8D-EBCE-45671CB8D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7C8B8-F409-1A1A-559B-BC347E8CB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23400-5AC6-A6F2-AF73-6ECA1E0B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940C3-3A4A-420E-24BF-0FF8F32A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9A1ED-6429-9C5C-A4F3-24571E88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3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19213-808F-9058-54B8-2DA00550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D7570-4636-D2BB-CF48-89AFFEC9C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B3E2C-44D4-6C64-2747-EEA849E8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905A8-4701-345A-37E4-D21A3A12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C08F6-1C1F-AC1D-7B0F-28A5BD9D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7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E729-3AF4-D1E1-D083-88F8C912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EFA64-ECAD-9583-1C6A-E0A436B3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28F86-D87F-B733-FB82-10D55EC0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B8C5-8805-E8DC-852E-FDC962D0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DFF61-1FFE-8F1A-C1AA-2ECF3F68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B729-06A9-655A-F681-71DD9A00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DA69-4DD2-6CD0-6C18-DE1430DE1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456C4-F9A1-FA37-46A1-D93F41009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BA6A7-EEAA-EF49-7C1B-AE33391E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BE2AC-CE84-23C6-0E87-759EB98D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19CAA-EF0C-A319-B1D5-CC3B5022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0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6C17-0378-4C51-27D0-7C3F50C1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ABFCE-CE4C-8619-C04B-4F6E804C2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3B546-07E3-C19E-7314-238EA20A4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2B2ED-43B8-CE34-A6E0-85552DC92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802D5-4188-A143-981A-DB5E69BC4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8CA676-15ED-60F0-6564-AC2A97AD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112DA-7F4A-BAFE-9D37-E26369BF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90D55-6112-B3F2-48AF-E1CD3705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5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552F-F25C-2D38-6B6B-1D2E464A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50A82-7233-8BA4-A8D7-46CC00BC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BD2EA-15F3-EAB1-6DD2-07CAC92D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7A591-AC38-E768-7D5E-E7AC056A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73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B94FD-615A-7CFA-C604-96C25F05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11D79-65B5-EE0F-CE71-F08742E5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B84B1-2DE0-913B-B554-EB80BBC7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5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380F-2B45-E351-8888-2EC6ED60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226B7-D263-CB4E-082D-50F1DEC1C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85DC2-02F1-01B2-9717-0B1FEE06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FEF4E-67C5-5331-62BF-76BD0D41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29D45-BF5D-14BA-C3F1-5BA65455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8D488-A4D7-DDE8-A0B4-F301C491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9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3D48-36AA-AC54-FE98-1C8C750F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06BE1-4540-F44D-9838-21D8CD290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1890C-24C7-91CE-6498-64BB0E1D2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0F8E5-FEE0-E966-1CC8-80C00429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D89AD-6140-622A-8AD0-7866D1D6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AF715-BB1F-04E2-E9B4-5515784B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06-5A4D-14C9-8D05-B1682BBD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CCAEB-927F-5E60-72C1-B1127C214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85C16-7999-F109-BA06-C725B7FD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5D50A-3778-69F6-B7FD-DE418987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B0163-2517-40E2-009A-92A3A480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7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6B1BF-9423-4A6A-EAFA-BFB7A02C1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29912-1938-602E-70F2-B6BF744F4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1820D-2C2D-0FF8-9350-733BBA36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8754-1037-AE33-D8E6-BB4AE273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0EBA9-DEB3-4BCB-2DC9-BDD51C04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6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538C97-1530-DF92-1610-DC41F5A0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5291D-E755-54DC-F5FF-C1F50E213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5FC3A-EEEC-C617-29FD-423FB281B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73E90-A197-FD49-9D79-B25CA4D92F8E}" type="datetimeFigureOut">
              <a:t>3/21/23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D674-485D-F7EB-0BD8-E1DE86E0A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90624-64DD-1043-0617-7FD0DF144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E69AE-0B50-2941-9B8E-EA26F827A5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2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37CA-DC41-5223-9ED7-8A006F6B4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D6EE5-AA26-32C6-30E1-50CBA1BE7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7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E44BB110-F171-BC4D-74A7-22A5413B4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77" y="1308100"/>
            <a:ext cx="4102100" cy="4241800"/>
          </a:xfr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38A8483A-B2B5-BEB0-D581-87947599B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579" y="2204146"/>
            <a:ext cx="3261986" cy="2011558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15A5E8AF-B265-B528-E964-751963AF3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835" y="4494756"/>
            <a:ext cx="3621904" cy="1480159"/>
          </a:xfrm>
          <a:prstGeom prst="rect">
            <a:avLst/>
          </a:prstGeom>
        </p:spPr>
      </p:pic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ED92173F-E5C3-22C6-4C3C-9E2F7C1E2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812" y="3209925"/>
            <a:ext cx="3432442" cy="11757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 descr="Text&#10;&#10;Description automatically generated with medium confidence">
            <a:extLst>
              <a:ext uri="{FF2B5EF4-FFF2-40B4-BE49-F238E27FC236}">
                <a16:creationId xmlns:a16="http://schemas.microsoft.com/office/drawing/2014/main" id="{2AC0E29A-E88C-B8F6-F5B1-B61AC4877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589" y="4947781"/>
            <a:ext cx="2601238" cy="1484873"/>
          </a:xfrm>
          <a:prstGeom prst="rect">
            <a:avLst/>
          </a:prstGeom>
        </p:spPr>
      </p:pic>
      <p:pic>
        <p:nvPicPr>
          <p:cNvPr id="17" name="Picture 16" descr="Text&#10;&#10;Description automatically generated with medium confidence">
            <a:extLst>
              <a:ext uri="{FF2B5EF4-FFF2-40B4-BE49-F238E27FC236}">
                <a16:creationId xmlns:a16="http://schemas.microsoft.com/office/drawing/2014/main" id="{89024D90-78F1-6612-8A54-BF4EE5491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8557" y="241535"/>
            <a:ext cx="3094886" cy="1962611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B4F8747C-D3B3-3418-BFB6-8D5E14235CE9}"/>
              </a:ext>
            </a:extLst>
          </p:cNvPr>
          <p:cNvSpPr/>
          <p:nvPr/>
        </p:nvSpPr>
        <p:spPr>
          <a:xfrm rot="1334875">
            <a:off x="6908241" y="5213869"/>
            <a:ext cx="1777307" cy="425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3A1A0B6-3C62-162C-78D1-00DD2A758CAF}"/>
              </a:ext>
            </a:extLst>
          </p:cNvPr>
          <p:cNvSpPr/>
          <p:nvPr/>
        </p:nvSpPr>
        <p:spPr>
          <a:xfrm rot="2090349">
            <a:off x="3098273" y="2276278"/>
            <a:ext cx="1721600" cy="4194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F1A0F06D-F381-8529-0E24-DB4C7108ED18}"/>
              </a:ext>
            </a:extLst>
          </p:cNvPr>
          <p:cNvSpPr/>
          <p:nvPr/>
        </p:nvSpPr>
        <p:spPr>
          <a:xfrm rot="2686457">
            <a:off x="1508322" y="3387182"/>
            <a:ext cx="3709989" cy="4730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B54C389E-CD7A-A47E-B9C6-C138ED475453}"/>
              </a:ext>
            </a:extLst>
          </p:cNvPr>
          <p:cNvSpPr/>
          <p:nvPr/>
        </p:nvSpPr>
        <p:spPr>
          <a:xfrm rot="20319604">
            <a:off x="7047933" y="4213466"/>
            <a:ext cx="1777307" cy="425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286F5322-9239-2926-9010-7102DFB9CA33}"/>
              </a:ext>
            </a:extLst>
          </p:cNvPr>
          <p:cNvSpPr/>
          <p:nvPr/>
        </p:nvSpPr>
        <p:spPr>
          <a:xfrm rot="20319604">
            <a:off x="3225334" y="1240204"/>
            <a:ext cx="1777307" cy="425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2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Mairead Meagher</dc:creator>
  <cp:lastModifiedBy>Mairead Meagher</cp:lastModifiedBy>
  <cp:revision>1</cp:revision>
  <dcterms:created xsi:type="dcterms:W3CDTF">2023-03-21T08:05:07Z</dcterms:created>
  <dcterms:modified xsi:type="dcterms:W3CDTF">2023-03-21T09:04:27Z</dcterms:modified>
</cp:coreProperties>
</file>