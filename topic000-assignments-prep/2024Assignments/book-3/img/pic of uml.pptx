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2"/>
    <p:restoredTop sz="94607"/>
  </p:normalViewPr>
  <p:slideViewPr>
    <p:cSldViewPr snapToGrid="0">
      <p:cViewPr varScale="1">
        <p:scale>
          <a:sx n="124" d="100"/>
          <a:sy n="124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075E-8559-9972-9D17-9B9DF00F6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CF727-5793-BF65-CBBE-1DD1F312B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0D2A-74E7-560F-D87F-C2FA413E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C10FF-8240-E5E1-03EA-6FE758688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0E804-F63E-F009-F426-FFBA3518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24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A5B01-0F93-68C5-F4FD-7C59A40A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F36A0-BF0C-52AF-4CC3-250206206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A489F-99C2-EF85-94B2-3E345F53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35E86-C0C7-1D14-1DAA-46C3757FD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188ED-314E-3180-E70B-3B67B7B2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D1947-00D1-CF89-0051-B3FAB1AC1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750AD-0BD6-DCE8-67E7-80C34BDD5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0C9B7-EF2E-31C6-A33A-220E6C67A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A30A7-F673-32DD-0C23-516EB1E2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10653-37F5-0B91-1E38-67138CF1F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2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8A95-35DC-93B2-7022-B75DDF69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F0DA-1041-C3C5-571A-778411516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DF284-71B8-AC3A-0ECA-9A0FC760E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09A46-E3CC-2F91-6E30-9CAA10073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BCC2B-E7C4-1F68-1A71-E5096F19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2083B-22CB-1F6A-A0CD-1DA31274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19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4F06-51D6-CAF0-2837-F8CAE3B2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23C77-ACA8-25E5-7014-A06FD846A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1E342-9AE6-E703-3D38-1FA78CD3F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0C8A9F-8FAF-2010-DB22-163BC38CA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F5254-33B8-2A9E-4138-07445BC67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2A7DF-483A-D58C-ADC0-ACA9DE532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9362F1-4D3F-0164-8AA2-B26EA09A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78B4F-78F1-3AF9-A5FB-F2B61FBA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7ED5-29B5-5D4A-303D-07D7E933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F3BBF-0553-495E-BBE3-A2B1E846A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A53EBE-0DE5-9528-2445-523EAA10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C9AA2-AA14-B0FB-593A-B7593423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55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E06EAD-2707-4EC6-E0DA-970954EA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AA272B-6D59-79E3-B33E-A43CFB1F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E8E64-E28D-0A83-6719-1ABA852B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0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76AF-9B0F-D39B-D3FD-08CFA7AEC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F5AC0-9D17-418C-F0D6-D4CAB1C31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ECEA7-F995-CEBB-4E61-F72A502FD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05633-9812-971A-0033-988E000E4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36C12-D2BB-4898-3EC0-1C3816566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FA74-9C95-678E-4DAD-09DCB5CD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4F96-C57E-CA04-5EC8-057AA4970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8C37D-DE36-1209-E244-D68A7775E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5B9E9-5D37-9B37-9B6A-DCD244237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F3E5F-B5FD-4EF0-1570-E87A5A0E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68751-B462-5CDF-2FE2-35FD18ED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D7D30-D348-8048-8A69-E46A1109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98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8307-3C57-94A4-F82B-505A0F5F7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42919-4253-57A8-ACBD-552F1EF46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32BA5-8ABD-BF8C-87D9-08A597FB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6BD9F-BBB2-75ED-4737-A968B8BF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32931-B376-92BE-297B-D2BE13E9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6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0E29C-C102-33C5-74D2-9CB237961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3FBED-E397-3824-0811-BD6A47EAF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B1436-EF37-5CF1-4191-F220B831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446DB-8330-1873-DD8A-766FBC21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6D873-DBAD-33E2-0B45-C92C0972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67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515F5-16ED-44D3-FD72-816C59884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A0C86-4505-7444-67DF-D7C662668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87C9F-27CC-0D2C-A5D7-780354D73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26791-A747-D448-B7E4-B04F63F78B37}" type="datetimeFigureOut">
              <a:rPr lang="en-US" smtClean="0"/>
              <a:t>4/4/25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BCD5C-EB12-2D1E-36ED-E122C68E8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4BFD8-DC7B-134B-AC86-22EDA8B2B2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4EF52-88EA-2745-AABB-17AB2F85E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68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FFC5C2-9F52-9D93-5F13-1EF3E5FD0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245" y="1284270"/>
            <a:ext cx="4487105" cy="41449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1EE1A-25F9-11F5-D8CD-FFC5D4738890}"/>
              </a:ext>
            </a:extLst>
          </p:cNvPr>
          <p:cNvSpPr txBox="1"/>
          <p:nvPr/>
        </p:nvSpPr>
        <p:spPr>
          <a:xfrm>
            <a:off x="8985250" y="482636"/>
            <a:ext cx="1494264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Class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36A26-C8FE-7924-89A8-338AAE32C9F1}"/>
              </a:ext>
            </a:extLst>
          </p:cNvPr>
          <p:cNvSpPr txBox="1"/>
          <p:nvPr/>
        </p:nvSpPr>
        <p:spPr>
          <a:xfrm>
            <a:off x="1712486" y="1970707"/>
            <a:ext cx="1494264" cy="646331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Instance Fields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55173-A73C-4672-E85A-FA7C7B0C5E9E}"/>
              </a:ext>
            </a:extLst>
          </p:cNvPr>
          <p:cNvSpPr txBox="1"/>
          <p:nvPr/>
        </p:nvSpPr>
        <p:spPr>
          <a:xfrm>
            <a:off x="8985250" y="1101770"/>
            <a:ext cx="1494264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Constructor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8548FD-2210-D578-D9A1-7BDF93A33827}"/>
              </a:ext>
            </a:extLst>
          </p:cNvPr>
          <p:cNvSpPr txBox="1"/>
          <p:nvPr/>
        </p:nvSpPr>
        <p:spPr>
          <a:xfrm>
            <a:off x="8995409" y="1970707"/>
            <a:ext cx="2968210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Instance fields – data types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F37AA4-F717-100C-F73A-E483F0548D7B}"/>
              </a:ext>
            </a:extLst>
          </p:cNvPr>
          <p:cNvSpPr txBox="1"/>
          <p:nvPr/>
        </p:nvSpPr>
        <p:spPr>
          <a:xfrm>
            <a:off x="8995409" y="3741308"/>
            <a:ext cx="2968210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dirty="0"/>
              <a:t>methods– return types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B3C4D-00E3-D874-536B-ABFC7798493B}"/>
              </a:ext>
            </a:extLst>
          </p:cNvPr>
          <p:cNvSpPr txBox="1"/>
          <p:nvPr/>
        </p:nvSpPr>
        <p:spPr>
          <a:xfrm>
            <a:off x="1712486" y="3745503"/>
            <a:ext cx="1494264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Methods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2C6D31BB-77E1-9D9D-A95A-0F6C73BC2D30}"/>
              </a:ext>
            </a:extLst>
          </p:cNvPr>
          <p:cNvSpPr/>
          <p:nvPr/>
        </p:nvSpPr>
        <p:spPr>
          <a:xfrm>
            <a:off x="3196592" y="3903114"/>
            <a:ext cx="662609" cy="45719"/>
          </a:xfrm>
          <a:prstGeom prst="rightArrow">
            <a:avLst/>
          </a:prstGeom>
          <a:ln w="793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Arrow 13">
            <a:extLst>
              <a:ext uri="{FF2B5EF4-FFF2-40B4-BE49-F238E27FC236}">
                <a16:creationId xmlns:a16="http://schemas.microsoft.com/office/drawing/2014/main" id="{A452F5A4-7B1A-0485-1557-3AFFB507D8CD}"/>
              </a:ext>
            </a:extLst>
          </p:cNvPr>
          <p:cNvSpPr/>
          <p:nvPr/>
        </p:nvSpPr>
        <p:spPr>
          <a:xfrm rot="20856792">
            <a:off x="6548246" y="832553"/>
            <a:ext cx="2479177" cy="28461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6C1E5B8-B377-1931-576A-FD06AA9D50DF}"/>
              </a:ext>
            </a:extLst>
          </p:cNvPr>
          <p:cNvSpPr/>
          <p:nvPr/>
        </p:nvSpPr>
        <p:spPr>
          <a:xfrm>
            <a:off x="3163900" y="2249399"/>
            <a:ext cx="662609" cy="45719"/>
          </a:xfrm>
          <a:prstGeom prst="rightArrow">
            <a:avLst/>
          </a:prstGeom>
          <a:ln w="793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4626FDEA-B2A5-C83F-20DD-D287D23F6507}"/>
              </a:ext>
            </a:extLst>
          </p:cNvPr>
          <p:cNvSpPr/>
          <p:nvPr/>
        </p:nvSpPr>
        <p:spPr>
          <a:xfrm rot="20856792">
            <a:off x="7992590" y="1487483"/>
            <a:ext cx="1030572" cy="24163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Arrow 17">
            <a:extLst>
              <a:ext uri="{FF2B5EF4-FFF2-40B4-BE49-F238E27FC236}">
                <a16:creationId xmlns:a16="http://schemas.microsoft.com/office/drawing/2014/main" id="{A64B2A43-8554-4EE6-684C-35942889A6CC}"/>
              </a:ext>
            </a:extLst>
          </p:cNvPr>
          <p:cNvSpPr/>
          <p:nvPr/>
        </p:nvSpPr>
        <p:spPr>
          <a:xfrm>
            <a:off x="8126754" y="3850177"/>
            <a:ext cx="858496" cy="21017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eft Arrow 3">
            <a:extLst>
              <a:ext uri="{FF2B5EF4-FFF2-40B4-BE49-F238E27FC236}">
                <a16:creationId xmlns:a16="http://schemas.microsoft.com/office/drawing/2014/main" id="{521ABF9C-C95A-79C1-99C7-4E497B328569}"/>
              </a:ext>
            </a:extLst>
          </p:cNvPr>
          <p:cNvSpPr/>
          <p:nvPr/>
        </p:nvSpPr>
        <p:spPr>
          <a:xfrm>
            <a:off x="8126754" y="2094069"/>
            <a:ext cx="858495" cy="21017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18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Mairead Meagher</dc:creator>
  <cp:lastModifiedBy>Microsoft Office User</cp:lastModifiedBy>
  <cp:revision>2</cp:revision>
  <dcterms:created xsi:type="dcterms:W3CDTF">2024-03-19T16:15:25Z</dcterms:created>
  <dcterms:modified xsi:type="dcterms:W3CDTF">2025-04-04T12:20:06Z</dcterms:modified>
</cp:coreProperties>
</file>